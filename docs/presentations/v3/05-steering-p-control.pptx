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Steering with P Control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to an angle, and hold it there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simplest feedback that actually works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module's steering motor and make it turn to a target angle on its own, using error times a gain.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/ else, and comparisons in depth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that means something (error)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lambda remembering a target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compas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Setpoint, measurement, error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 (P) control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CANcoder, and priming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ompas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THE PROBLEM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motor takes an effort, not a destination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SETPOINT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90°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33375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want to be.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343400" y="169164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32A4C"/>
          </a:solidFill>
          <a:ln/>
        </p:spPr>
      </p:sp>
      <p:sp>
        <p:nvSpPr>
          <p:cNvPr id="11" name="Text 8"/>
          <p:cNvSpPr/>
          <p:nvPr/>
        </p:nvSpPr>
        <p:spPr>
          <a:xfrm>
            <a:off x="4617720" y="1920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617720" y="23317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20°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4617720" y="33375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are.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046720" y="169164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32A4C"/>
          </a:solidFill>
          <a:ln/>
        </p:spPr>
      </p:sp>
      <p:sp>
        <p:nvSpPr>
          <p:cNvPr id="15" name="Text 12"/>
          <p:cNvSpPr/>
          <p:nvPr/>
        </p:nvSpPr>
        <p:spPr>
          <a:xfrm>
            <a:off x="8321040" y="1920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321040" y="23317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70°</a:t>
            </a:r>
            <a:endParaRPr lang="en-US" sz="4400" dirty="0"/>
          </a:p>
        </p:txBody>
      </p:sp>
      <p:sp>
        <p:nvSpPr>
          <p:cNvPr id="17" name="Text 14"/>
          <p:cNvSpPr/>
          <p:nvPr/>
        </p:nvSpPr>
        <p:spPr>
          <a:xfrm>
            <a:off x="8321040" y="33375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Setpoint minus measurement.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40080" y="507492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bigger the error, the harder you push. When error hits zero, you stop.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1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motor, the same sim pattern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514600"/>
          </a:xfrm>
          <a:prstGeom prst="roundRect">
            <a:avLst>
              <a:gd name="adj" fmla="val 436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TalonFX m_steerMotor =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TalonFX(Constants.DriveConstants.kSteerMotorPort, CANBus.systemcore(0));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Sim plumbing for the steering motor (same pattern as the drive motor).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TalonFXSimState m_steerSim = m_steerMotor.getSimState();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DCMotorSim m_steerModel =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DCMotorSim(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Models.singleJointedArmFromPhysicalConstants(DCMotor.getKrakenX60(1), 0.004, 1.0),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DCMotor.getKrakenX60(1));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70916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48920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the steer physics in simulatePeriodic() right after the drive motor's four steps — same loop, second motor. Robot.simulationPeriodic() doesn't change at all.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pas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A BLIND SPOT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 sensors forget where "forward" 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steering motor's own sensor counts rotations from wherever it booted — not from a fixed reference.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3103245"/>
            <a:ext cx="48006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on the bench. After a real match day of unplugging and replugging, there's no guarantee the wheel is anywhere near where it was last time.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A CANCODER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46520" y="23317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magnetic absolute encoder — the same true angle every time, power cycle or not.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446520" y="3560445"/>
            <a:ext cx="4800600" cy="2017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once at boot, and tell the steering motor's own sensor to start counting from there. That's priming.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PRIMING, IN CODE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reading, right at the start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260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664208"/>
            <a:ext cx="10195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CANcoder m_steerEncoder =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CANcoder(Constants.DriveConstants.kCancoderPort, CANBus.systemcore(0));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DriveModule()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Calibrate the CANcoder's zero to "wheel pointing forward"...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CANcoderConfiguration cancoderConfig = new CANcoderConfiguration();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cancoderConfig.MagnetSensor.MagnetOffset = SteerConstants.kMagnetOffset;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m_steerEncoder.getConfigurator().apply(cancoderConfig);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...then prime the steering motor's own sensor to match it, once.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m_steerMotor.setPosition(m_steerEncoder.getAbsolutePosition().getValue().in(Rotations));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Scheduler.getDefault().addPeriodic(this::logTelemetry);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3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THE HEART OF THE LESSON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Measure, subtract, multiply, clamp, command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4480560"/>
          </a:xfrm>
          <a:prstGeom prst="roundRect">
            <a:avLst>
              <a:gd name="adj" fmla="val 244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664208"/>
            <a:ext cx="10195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steerToAngle(double targetDegrees)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double measurement = getSteerAngleDegrees();   // where we are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double error = targetDegrees - measurement;    // how far off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double output = SteerConstants.kP * error;     // push proportional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output = clamp(output, -1.0, 1.0);              // never exceed full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m_steerMotor.setThrottle(output);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.whenCanceled(() -&gt; m_steerMotor.setThrottle(0))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.named("Steer To Angle");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3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hartlin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ONE TICK, WORKED OUT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90°, currently at 20°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556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55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6824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measurement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20665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= 20°, error = 90 − 20 = 70°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6700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596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 the output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9809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= kP × error = 0.0005 × 70 ≈ 0.035 (about 3.5% power)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5844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584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5112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shrinks as it turns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8953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rises toward 90°, so error — and output — shrink with it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4988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4256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Ease in and hold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8097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90°, error ≈ 0, output ≈ 0 — it settles and stays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40080" y="53949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Overshoot past 90° and error goes negative, so output goes negative and the motor pushes back. The sign carries direction; the size carries how hard.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25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TWO SUPPORTING PIECES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safety clamp, and one named constant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651760"/>
          </a:xfrm>
          <a:prstGeom prst="roundRect">
            <a:avLst>
              <a:gd name="adj" fmla="val 413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double clamp(double value, double min, double max)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(value &gt; max)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max;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else if (value &lt; min)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min;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else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4389120"/>
            <a:ext cx="10881360" cy="2057400"/>
          </a:xfrm>
          <a:prstGeom prst="roundRect">
            <a:avLst>
              <a:gd name="adj" fmla="val 4444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663440"/>
            <a:ext cx="10332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 is a tuning constant — SteerConstants.kP = 0.0005, in Constants.java: one named number, never reassigned. clamp is if / else if / else, one decision with three branches; without it, a large error could ask the motor for more power than it has.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MYTELEOP.JAVA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onTrue: schedule once, and walk away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Tap the left face button to steer to 90° and hold it there.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robot.driverController.westFace().onTrue(robot.module.steerToAngle(90));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robot.driverController.northFace().onTrue(robot.module.steerToAngle(0));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342900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70332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whileTrue held; onTrue fires once and lets go.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281170"/>
            <a:ext cx="10332720" cy="166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steerToAngle never finishes on its own, one tap sends the module to 90° and holds it — no need to keep the button down. Tap the other button and the scheduler swaps commands, firing the old one's whenCanceled cleanup on the way out.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Tuning kP by watching the plot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5623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 too small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206240" y="1856232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Crawls to 90° and takes forever (or never gets there).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309067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 too big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206240" y="3090672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Overshoots and oscillates back and forth around 90°.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40080" y="41605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132A4C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32511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 just right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206240" y="4325112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Quick, smooth, settles near 90° and stays.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Shortest path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error to -180°..180° with two while loops. Test 350° → 0°: it should move +10°.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the error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SteerErrorDegrees, right after error is computed. Plot it decaying toward zero.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kP = 0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negative kP. Predict first, then run it, and explain what you saw.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important idea in robotics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setpoint − measurement = error, output = kP × error — the shrinking error eases you into the target, and its sign steers direction.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kP against a live plot: double it until it oscillates, then back off.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Priming: read an absolute sensor once at boot, and tell a relative one's counter to match it.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6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Distance &amp; Commands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749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measure-subtract-multiply shape, pointed at a different sensor.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 — Steering with P Control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2026-08-22T16:52:35Z</dcterms:created>
  <dcterms:modified xsi:type="dcterms:W3CDTF">2026-08-22T16:52:35Z</dcterms:modified>
</cp:coreProperties>
</file>