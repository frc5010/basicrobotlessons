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bare machine to your own robot project on GitHub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One-time setup, then you never think about it again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 Java 25 toolchain, your own robot project, and GitHub all working together — once, before Lesson 0.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2918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terminal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40156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YOU'LL INSTALL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tracks snapshots of your project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JDK 25 — the Java toolchain this course builds against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CLI (gh) — the friction-free way to log in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29184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github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4015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WALK AWAY WITH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858768"/>
            <a:ext cx="5257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 project that builds and runs in simulation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project backed up on GitHub, under your account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rhythm: pull → edit → add → commit → push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INSTALL WPILIB'S TOOLS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installer sets up VS Code and everything else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18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45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installer for this season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929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wpilibsuite/allwpilib releases → v2027.0.0-alpha-6 for your OS.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5328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532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597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it, and choose "Everything"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8437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"Tools Only" — this pulls in VS Code, the JDK, and Gradle too.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472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47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3741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"Download for this computer only"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7581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isn't bundled — licensing — so the installer fetches it.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3616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361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2885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Finish, then launch WPILib VS Code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6725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copy for this year, not any VS Code already installed.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52760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2760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52029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for the WPILib icon in the sidebar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371600" y="55869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confirms the extension installed — you'll use it all course.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downlo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INSTALL GIT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Git, and tell it who you are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Git.Git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40080" y="292608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1210544" y="30723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Shape 10"/>
          <p:cNvSpPr/>
          <p:nvPr/>
        </p:nvSpPr>
        <p:spPr>
          <a:xfrm>
            <a:off x="11210544" y="32735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34747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127248"/>
            <a:ext cx="10195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user.name  "Your Name"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user.email "you@example.com"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7548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3F6FA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" y="4983480"/>
            <a:ext cx="1042416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the same email you'll sign up for GitHub with — that's how GitHub matches a commit to your account.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ffe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GET A JDK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builds against Java 25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-version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25 somewhere in what it prints.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POINTING GRADLE AT IT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a JDK 25, then point Gradle at it.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44652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JAVA_HOME to your JDK 25 install — or set ORG_GRADLE_JAVA_HOME instead, which points Gradle there without touching JAVA_HOME everywhere else. Gradle fails loudly if this is wrong, so it's worth checking now.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olderope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YOUR STARTING PROJECT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your project from the course repo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10195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https://github.com/FRC5010/BasicRobotLessons.git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BasicRobotLessons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./tools/verify-lessons-v3.sh -1 --sandbox ~/dev/MyOpModeRobot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7490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977640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--sandbox names where your project lands. -1 means "just the starting template, no lessons applied yet."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172200" y="374904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FF5010"/>
          </a:solidFill>
          <a:ln/>
        </p:spPr>
      </p:sp>
      <p:sp>
        <p:nvSpPr>
          <p:cNvPr id="14" name="Text 11"/>
          <p:cNvSpPr/>
          <p:nvPr/>
        </p:nvSpPr>
        <p:spPr>
          <a:xfrm>
            <a:off x="6446520" y="39319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THIS ONE IN GIT BASH, NOT POWERSHELL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46520" y="470916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needs bash, curl, and python3. Git Bash — installed alongside Git — is in your Start menu.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item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TWO FOLDERS NOW EXIST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confuse them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BASICROBOTLESSONS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 repo you cloned.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history, not yours. Come back to it when a lesson is unclear — but you never commit your own work into it.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1" name="Text 8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~/DEV/MYOPMODEROBOT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46520" y="2331720"/>
            <a:ext cx="4800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project.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46520" y="2909570"/>
            <a:ext cx="4800600" cy="266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ordinary, git-less folder — .git, build, and .gradle were stripped on the way out. This is what every lesson from here on is talking about.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eck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MAKE IT YOUR OWN REPO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it, then start tracking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54480"/>
            <a:ext cx="5212080" cy="1874520"/>
          </a:xfrm>
          <a:prstGeom prst="roundRect">
            <a:avLst>
              <a:gd name="adj" fmla="val 585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007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019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031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55648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~/dev/MyOpModeRobot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build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./gradlew simulateJava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40080" y="361188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41264" y="37581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3" name="Shape 10"/>
          <p:cNvSpPr/>
          <p:nvPr/>
        </p:nvSpPr>
        <p:spPr>
          <a:xfrm>
            <a:off x="5541264" y="39593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4" name="Shape 11"/>
          <p:cNvSpPr/>
          <p:nvPr/>
        </p:nvSpPr>
        <p:spPr>
          <a:xfrm>
            <a:off x="5541264" y="41605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3813048"/>
            <a:ext cx="4526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init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-M main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"Initial commit"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7" name="Text 14"/>
          <p:cNvSpPr/>
          <p:nvPr/>
        </p:nvSpPr>
        <p:spPr>
          <a:xfrm>
            <a:off x="6446520" y="18745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template already ships a .gitignore that excludes build/ and .gradle/ — trust it.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446520" y="3103245"/>
            <a:ext cx="48006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git status that every untracked file belongs in the repo. That first commit is your recovery point — if your laptop died right now, you could rebuild from it, as long as it lives on GitHub too.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21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ke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GITHUB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account, and a login that never nags you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winget install --id GitHub.cli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at github.com with the same email as before.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46520" y="23317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GitHub.com → HTTPS → authenticate Git with your GitHub credentials → log in with a web browser.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446520" y="3560445"/>
            <a:ext cx="4800600" cy="2017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gives you a one-time code, opens your browser, you paste the code — done. From now on, git push and git pull just work, no password prompt, ever.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loudupload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PUSH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command makes the remote and sends your code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 repo create MyOpModeRobot --private --source=. --remote=origin --push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33756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one line creates a private GitHub repo, wires it up as origin, and pushes your first commit.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264660"/>
            <a:ext cx="10332720" cy="131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 landed right: gh repo view --web opens the repo in your browser. You should see every file from your project — and nothing from BasicRobotLessons. If the whole course shows up instead, you ran it from the wrong folder.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THE EVERYDAY LOOP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cycle you'll run constantly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126480" cy="2834640"/>
          </a:xfrm>
          <a:prstGeom prst="roundRect">
            <a:avLst>
              <a:gd name="adj" fmla="val 387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4556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4556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4556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440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"Finish Lesson 3"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pull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949440" y="1600200"/>
            <a:ext cx="4572000" cy="2834640"/>
          </a:xfrm>
          <a:prstGeom prst="roundRect">
            <a:avLst>
              <a:gd name="adj" fmla="val 3871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0" y="18288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PULL → EDIT → ADD → COMMIT → PUSH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7223760" y="2834640"/>
            <a:ext cx="4023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once a day, or every time something works that didn't before. Write commit messages that say what changed and why.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132A4C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470916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that reports a merge conflict isn't an error — Git found two edits close together and won't guess which wins. Mark the file resolved with git add, then git commit to finish.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round trip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line to README.md, then add → commit → push. Confirm the change shows up on github.com.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 a dead laptop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your own repo into a fresh folder and build it. If it builds, GitHub really is a full backup.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.gitignore sanity check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build, then git status. build/ and .gradle/ shouldn't show up as untracked.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Regenerate and compare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setup command again into a new folder. It should match your real project exactly.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machine is ready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tracks snapshots of your project locally, with add and commit.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holds the remote copy — push sends commits up, pull brings them down.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auth login means neither will ever ask you for a password again.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49377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rhythm to carry forward: pull → edit → add → commit → push.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2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START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robot and print a message.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SETUP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— Getting Started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2026-08-22T17:09:43Z</dcterms:created>
  <dcterms:modified xsi:type="dcterms:W3CDTF">2026-08-22T17:09:43Z</dcterms:modified>
</cp:coreProperties>
</file>