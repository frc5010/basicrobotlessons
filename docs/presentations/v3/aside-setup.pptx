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GET A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JDK 25, then point Gradle at it.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JAVA_HOME to your JDK 25 install — or set ORG_GRADLE_JAVA_HOME instead, which points Gradle there without touching JAVA_HOME everywhere else. Gradle fails loudly if this is wrong, so it's worth checking now.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434840"/>
            <a:ext cx="4800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697480"/>
            <a:ext cx="4023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2402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0" y="22402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53796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537960" y="384048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different folder, clone your own repo fresh and run ./gradlew build. If it builds, your GitHub copy really is a full backup.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" y="43434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61772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60120" y="5303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60120" y="5943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./gradlew build, then git status. The build/ and .gradle/ folders it just created should not show up as untracked.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434340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61772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537960" y="53035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6537960" y="5943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BasicRobotLessons, run the setup command again into a new --sandbox folder. It should match your real project exactly, except for what you've changed since.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2026-08-22T15:25:27Z</dcterms:created>
  <dcterms:modified xsi:type="dcterms:W3CDTF">2026-08-22T15:25:27Z</dcterms:modified>
</cp:coreProperties>
</file>