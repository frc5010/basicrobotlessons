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2764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20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3832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bullsey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user/BasicRobotLessons/docs/presentations/v3/template/assets/icons/termina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home/user/BasicRobotLessons/docs/presentations/v3/template/assets/icons/github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od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WPILIB'S TOOLS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installer sets up VS Code and everything else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installer for this season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wpilibsuite/allwpilib releases → v2027.0.0-alpha-6 for your OS.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597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and choose "Everything"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43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"Tools Only" — this pulls in VS Code, the JDK, and Gradle too.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741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"Download for this computer only"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581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isn't bundled — licensing — so the installer fetches it.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616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885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Finish, then launch WPILib VS Code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725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copy for this year, not any VS Code already installed.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" y="5276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for the WPILib icon in the sidebar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869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confirms the extension installed — you'll use it all course.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downloa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offe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CONFIRM YOUR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alpha's installer already gave you one.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1's installer bundles JDK 25 — no need to install your own. A different JDK on PATH (say, Java 17 from the classic track) just means pointing Gradle at this one with JAVA_HOME or ORG_GRADLE_JAVA_HOME.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foldero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46520" y="39319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kern="0" spc="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709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https://github.</a:t>
            </a:r>
            <a:r>
              <a:rPr lang="en-US" sz="21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→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louduploada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synca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22376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83464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lipboard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own repo into a fresh folder and build it. If it builds, GitHub really is a full backup.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build, then git status. build/ and .gradle/ shouldn't show up as untracked.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command again into a new folder. It should match your real project exactly.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graduationc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2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/home/user/BasicRobotLessons/docs/presentations/v3/template/assets/icons/arrowrigh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1288</Words>
  <Application>Microsoft Office PowerPoint</Application>
  <PresentationFormat>Widescreen</PresentationFormat>
  <Paragraphs>157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Curt and Pat Rozeboom</cp:lastModifiedBy>
  <cp:revision>2</cp:revision>
  <dcterms:created xsi:type="dcterms:W3CDTF">2026-08-22T17:23:26Z</dcterms:created>
  <dcterms:modified xsi:type="dcterms:W3CDTF">2026-08-22T17:29:46Z</dcterms:modified>
</cp:coreProperties>
</file>