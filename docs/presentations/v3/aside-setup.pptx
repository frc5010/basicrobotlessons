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GET A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 JDK 25, then point Gradle at it.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JAVA_HOME to your JDK 25 install — or set ORG_GRADLE_JAVA_HOME instead, which points Gradle there without touching JAVA_HOME everywhere else. Gradle fails loudly if this is wrong, so it's worth checking now.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709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83464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own repo into a fresh folder and build it. If it builds, GitHub really is a full backup.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build, then git status. build/ and .gradle/ shouldn't show up as untracked.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command again into a new folder. It should match your real project exactly.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2026-08-22T15:48:14Z</dcterms:created>
  <dcterms:modified xsi:type="dcterms:W3CDTF">2026-08-22T15:48:14Z</dcterms:modified>
</cp:coreProperties>
</file>