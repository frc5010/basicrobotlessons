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1215" y="3834811"/>
            <a:ext cx="3291840" cy="25659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77240" y="1874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77240" y="36118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bare machine to your own robot project on GitHub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89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WPILib 2027 Alpha  ·  Commands V3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setup, then you never think about it again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3F6FA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73736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Git, a Java 25 toolchain, your own robot project, and GitHub all working together — once, before Lesson 0.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pic>
        <p:nvPicPr>
          <p:cNvPr id="9" name="Image 1" descr="/home/user/BasicRobotLessons/docs/presentations/v3/template/assets/icons/termin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40156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319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YOU'LL INSTALL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85800" y="3858768"/>
            <a:ext cx="5257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tracks snapshots of your project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JDK 25 — the Java toolchain this course builds against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— runs the course's scripts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CLI (gh) — the friction-free way to log in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309360" y="3291840"/>
            <a:ext cx="457200" cy="457200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13" name="Image 2" descr="/home/user/BasicRobotLessons/docs/presentations/v3/template/assets/icons/github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40156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3319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WALK AWAY WITH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355080" y="3858768"/>
            <a:ext cx="5257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project that builds and runs in simulation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project backed up on GitHub, under your account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rhythm: pull → edit → add → commit → push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SETUP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8" name="Image 3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INSTALL WPILIB'S TOOLS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installer sets up VS Code and everything else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18488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1545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the installer for this season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71600" y="19293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wpilibsuite/allwpilib releases → v2027.0.0-alpha-6 for your OS.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40080" y="2532888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71600" y="24597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it, and choose "Everything"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71600" y="2843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"Tools Only" — this pulls in VS Code, the JDK, and Gradle too.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371600" y="33741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"Download for this computer only"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371600" y="37581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isn't bundled — licensing — so the installer fetches it.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40080" y="4361688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371600" y="42885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Finish, then launch WPILib VS Code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371600" y="46725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copy for this year, not any VS Code already installed.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40080" y="5276088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5276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371600" y="52029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for the WPILib icon in the sidebar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371600" y="55869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confirms the extension installed — you'll use it all course.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SETUP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8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downlo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INSTALL GIT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Git, and tell it who you are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801368"/>
            <a:ext cx="10195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7F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--id Git.Git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292608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210544" y="307238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Shape 10"/>
          <p:cNvSpPr/>
          <p:nvPr/>
        </p:nvSpPr>
        <p:spPr>
          <a:xfrm>
            <a:off x="11210544" y="327355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10544" y="347472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127248"/>
            <a:ext cx="10195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 "Your Name"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"you@example.com"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0080" y="475488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3F6FA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983480"/>
            <a:ext cx="1042416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same email you'll sign up for GitHub with — that's how GitHub matches a commit to your account.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SETUP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20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offe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CONFIRM YOUR JDK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course builds against Java 25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4126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554126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554126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80136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7F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-version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30175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25 somewhere in what it prints.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172200" y="160020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3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POINTING GRADLE AT IT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46520" y="2331720"/>
            <a:ext cx="480060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alpha's installer already gave you one.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46520" y="3258820"/>
            <a:ext cx="4800600" cy="231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1's installer bundles JDK 25 — no need to install your own. A different JDK on PATH (say, Java 17 from the classic track) just means pointing Gradle at this one with JAVA_HOME or ORG_GRADLE_JAVA_HOME.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SETUP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pic>
        <p:nvPicPr>
          <p:cNvPr id="18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pyth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INSTALL PYTHON 3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more tool, for the course's scripts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18488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1545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Python 3 from python.org/downloads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71600" y="19293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macOS: same site. Linux: install python3 and python3-tk.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40080" y="2487168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71600" y="241401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installer with its defaults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71600" y="2798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offers "Add python.exe to PATH", tick it.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40080" y="3355848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371600" y="32826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it, in a new PowerShell window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371600" y="36667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print ok: Python works, and so does Tk, its window toolkit.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40080" y="429768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1210544" y="444398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0" name="Shape 17"/>
          <p:cNvSpPr/>
          <p:nvPr/>
        </p:nvSpPr>
        <p:spPr>
          <a:xfrm>
            <a:off x="11210544" y="464515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1" name="Shape 18"/>
          <p:cNvSpPr/>
          <p:nvPr/>
        </p:nvSpPr>
        <p:spPr>
          <a:xfrm>
            <a:off x="11210544" y="484632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4498848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7F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-3 -c "import tkinter; print('ok')"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40080" y="54864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not recognized? Try python instead. Complaint about tkinter? Re-run the installer, choose Modify, and tick tcl/tk.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SETUP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pic>
        <p:nvPicPr>
          <p:cNvPr id="26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folderope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YOUR STARTING PROJECT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your project from the course repo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70078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90195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10312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55648"/>
            <a:ext cx="10195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https://github.com/FRC5010/BasicRobotLessons.git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BasicRobotLessons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./tools/verify-lessons-v3.sh -1 --sandbox ~/dev/MyOpModeRobot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977640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--sandbox names where your project lands. -1 means "just the starting template, no lessons applied yet."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172200" y="374904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F5010"/>
          </a:solidFill>
          <a:ln/>
        </p:spPr>
      </p:sp>
      <p:sp>
        <p:nvSpPr>
          <p:cNvPr id="14" name="Text 11"/>
          <p:cNvSpPr/>
          <p:nvPr/>
        </p:nvSpPr>
        <p:spPr>
          <a:xfrm>
            <a:off x="6446520" y="39319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ONE IN GIT BASH, NOT POWERSHELL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46520" y="470916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needs bash, curl, and Python. Git Bash — installed alongside Git — is in your Start menu.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SETUP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pic>
        <p:nvPicPr>
          <p:cNvPr id="18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TWO FOLDERS NOW EXIST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confuse them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3F6F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BASICROBOTLESSONS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480060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course repo you cloned.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2909570"/>
            <a:ext cx="4800600" cy="266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history, not yours. Come back to it when a lesson is unclear — but you never commit your own work into it.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0B1F3A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~/DEV/MYOPMODEROBOT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46520" y="2331720"/>
            <a:ext cx="480060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project.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46520" y="2909570"/>
            <a:ext cx="4800600" cy="266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ordinary, git-less folder — .git, build, and .gradle were stripped on the way out. This is what every lesson from here on is talking about.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SETUP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pic>
        <p:nvPicPr>
          <p:cNvPr id="16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MAKE IT YOUR OWN REPO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it, then start tracking it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41264" y="170078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5541264" y="190195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5541264" y="210312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55648"/>
            <a:ext cx="4526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~/dev/MyOpModeRobot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./gradlew build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./gradlew simulateJava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40080" y="3611880"/>
            <a:ext cx="5212080" cy="2240280"/>
          </a:xfrm>
          <a:prstGeom prst="roundRect">
            <a:avLst>
              <a:gd name="adj" fmla="val 489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41264" y="375818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Shape 10"/>
          <p:cNvSpPr/>
          <p:nvPr/>
        </p:nvSpPr>
        <p:spPr>
          <a:xfrm>
            <a:off x="5541264" y="395935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4" name="Shape 11"/>
          <p:cNvSpPr/>
          <p:nvPr/>
        </p:nvSpPr>
        <p:spPr>
          <a:xfrm>
            <a:off x="5541264" y="416052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813048"/>
            <a:ext cx="4526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 commit"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172200" y="160020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F3F6FA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1874520"/>
            <a:ext cx="4800600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template already ships a .gitignore that excludes build/ and .gradle/ — trust it.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446520" y="3103245"/>
            <a:ext cx="4800600" cy="2474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git status that every untracked file belongs in the repo. That first commit is your recovery point — if your laptop died right now, you could rebuild from it, as long as it lives on GitHub too.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SETUP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pic>
        <p:nvPicPr>
          <p:cNvPr id="21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GITHUB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account, and a login that never nags you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4126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554126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554126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80136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F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--id GitHub.cli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30175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github.com with the same email as before.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172200" y="1600200"/>
            <a:ext cx="5349240" cy="4251960"/>
          </a:xfrm>
          <a:prstGeom prst="roundRect">
            <a:avLst>
              <a:gd name="adj" fmla="val 2151"/>
            </a:avLst>
          </a:prstGeom>
          <a:solidFill>
            <a:srgbClr val="0B1F3A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1874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5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AUTH LOGIN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46520" y="2331720"/>
            <a:ext cx="4800600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GitHub.com → HTTPS → authenticate Git with your GitHub credentials → log in with a web browser.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446520" y="3560445"/>
            <a:ext cx="4800600" cy="2017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you a one-time code, opens your browser, you paste the code — done. From now on, git push and git pull just work, no password prompt, ever.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SETUP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pic>
        <p:nvPicPr>
          <p:cNvPr id="18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cloudupload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PUSH IT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makes the remote and sends your code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1054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1121054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1121054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801368"/>
            <a:ext cx="10195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repo create MyOpModeRobot --private --source=. --remote=origin --push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3063240"/>
            <a:ext cx="10881360" cy="2788920"/>
          </a:xfrm>
          <a:prstGeom prst="roundRect">
            <a:avLst>
              <a:gd name="adj" fmla="val 3279"/>
            </a:avLst>
          </a:prstGeom>
          <a:solidFill>
            <a:srgbClr val="F3F6F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337560"/>
            <a:ext cx="10332720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one line creates a private GitHub repo, wires it up as origin, and pushes your first commit.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14400" y="4264660"/>
            <a:ext cx="10332720" cy="131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landed right: gh repo view --web opens the repo in your browser. You should see every file from your project — and nothing from BasicRobotLessons. If the whole course shows up instead, you ran it from the wrong folder.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SETUP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pic>
        <p:nvPicPr>
          <p:cNvPr id="16" name="Image 1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3" name="Image 0" descr="/home/user/BasicRobotLessons/docs/presentations/v3/template/assets/icons/sync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THE EVERYDAY LOOP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cycle you'll run constantly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6126480" cy="2834640"/>
          </a:xfrm>
          <a:prstGeom prst="roundRect">
            <a:avLst>
              <a:gd name="adj" fmla="val 387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55664" y="17465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5"/>
          <p:cNvSpPr/>
          <p:nvPr/>
        </p:nvSpPr>
        <p:spPr>
          <a:xfrm>
            <a:off x="6455664" y="194767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6"/>
          <p:cNvSpPr/>
          <p:nvPr/>
        </p:nvSpPr>
        <p:spPr>
          <a:xfrm>
            <a:off x="6455664" y="21488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801368"/>
            <a:ext cx="5440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"Finish Lesson 3"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EF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949440" y="1600200"/>
            <a:ext cx="4572000" cy="2834640"/>
          </a:xfrm>
          <a:prstGeom prst="roundRect">
            <a:avLst>
              <a:gd name="adj" fmla="val 3871"/>
            </a:avLst>
          </a:prstGeom>
          <a:solidFill>
            <a:srgbClr val="132A4C"/>
          </a:solidFill>
          <a:ln/>
        </p:spPr>
      </p:sp>
      <p:sp>
        <p:nvSpPr>
          <p:cNvPr id="12" name="Text 9"/>
          <p:cNvSpPr/>
          <p:nvPr/>
        </p:nvSpPr>
        <p:spPr>
          <a:xfrm>
            <a:off x="7223760" y="1828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→ EDIT → ADD → COMMIT → PUSH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223760" y="283464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once a day, or every time something works that didn't before. Write commit messages that say what changed and why.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32A4C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7091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that reports a merge conflict isn't an error — Git found two edits close together and won't guess which wins. Mark the file resolved with git add, then git commit to finish.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SETUP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pic>
        <p:nvPicPr>
          <p:cNvPr id="18" name="Image 1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FF5010"/>
          </a:solidFill>
          <a:ln/>
        </p:spPr>
      </p:sp>
      <p:pic>
        <p:nvPicPr>
          <p:cNvPr id="3" name="Image 0" descr="/home/user/BasicRobotLessons/docs/presentations/v3/template/assets/icons/clipboard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MOVE 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7" name="Shape 4"/>
          <p:cNvSpPr/>
          <p:nvPr/>
        </p:nvSpPr>
        <p:spPr>
          <a:xfrm>
            <a:off x="960120" y="1691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round trip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0120" y="2286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line to README.md, then add → commit → push. Confirm the change shows up on github.com.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217920" y="146304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7804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 a dead laptop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537960" y="2286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your own repo into a fresh folder and build it. If it builds, GitHub really is a full backup.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425196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.gitignore sanity check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60120" y="48463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build, then git status. build/ and .gradle/ shouldn't show up as untracked.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217920" y="402336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132A4C"/>
          </a:solidFill>
          <a:ln/>
        </p:spPr>
      </p:sp>
      <p:sp>
        <p:nvSpPr>
          <p:cNvPr id="22" name="Shape 19"/>
          <p:cNvSpPr/>
          <p:nvPr/>
        </p:nvSpPr>
        <p:spPr>
          <a:xfrm>
            <a:off x="6537960" y="4251960"/>
            <a:ext cx="457200" cy="45720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3" name="Text 20"/>
          <p:cNvSpPr/>
          <p:nvPr/>
        </p:nvSpPr>
        <p:spPr>
          <a:xfrm>
            <a:off x="6537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17804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Regenerate and compare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537960" y="48463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setup command again into a new folder. It should match your real project exactly.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SETUP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7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pic>
        <p:nvPicPr>
          <p:cNvPr id="28" name="Image 1" descr="/home/user/BasicRobotLessons/docs/presentations/v3/template/assets/logo/team5010-logo-on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" name="Image 0" descr="/home/user/BasicRobotLessons/docs/presentations/v3/template/assets/icons/graduationc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888" y="40233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F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81838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machine is ready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6309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tracks snapshots of your project locally, with add and commit.</a:t>
            </a:r>
            <a:endParaRPr lang="en-US" sz="21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holds the remote copy — push sends commits up, pull brings them down.</a:t>
            </a:r>
            <a:endParaRPr lang="en-US" sz="21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auth login means neither will ever ask you for a password again.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0080" y="49377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5B6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rhythm to carry forward: pull → edit → add → commit → push.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269480" y="1600200"/>
            <a:ext cx="4297680" cy="4434840"/>
          </a:xfrm>
          <a:prstGeom prst="roundRect">
            <a:avLst>
              <a:gd name="adj" fmla="val 2553"/>
            </a:avLst>
          </a:prstGeom>
          <a:solidFill>
            <a:srgbClr val="0B1F3A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2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START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589520" y="2331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0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58952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8952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robot and print a message.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589520" y="5120640"/>
            <a:ext cx="502920" cy="502920"/>
          </a:xfrm>
          <a:prstGeom prst="ellipse">
            <a:avLst/>
          </a:prstGeom>
          <a:solidFill>
            <a:srgbClr val="1B9AAA"/>
          </a:solidFill>
          <a:ln/>
        </p:spPr>
      </p:sp>
      <p:pic>
        <p:nvPicPr>
          <p:cNvPr id="14" name="Image 1" descr="/home/user/BasicRobotLessons/docs/presentations/v3/template/assets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523951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" kern="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JAVA + ROBOT PROGRAMMING · SETUP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1002975" y="6446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pic>
        <p:nvPicPr>
          <p:cNvPr id="17" name="Image 2" descr="/home/user/BasicRobotLessons/docs/presentations/v3/template/assets/logo/team5010-logo-on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164592"/>
            <a:ext cx="777240" cy="6058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Setup — Getting Started</dc:title>
  <dc:subject>PptxGenJS Presentation</dc:subject>
  <dc:creator>Learn Java + Robot Programming</dc:creator>
  <cp:lastModifiedBy>Learn Java + Robot Programming</cp:lastModifiedBy>
  <cp:revision>1</cp:revision>
  <dcterms:created xsi:type="dcterms:W3CDTF">2026-09-26T23:53:20Z</dcterms:created>
  <dcterms:modified xsi:type="dcterms:W3CDTF">2026-09-26T23:53:20Z</dcterms:modified>
</cp:coreProperties>
</file>