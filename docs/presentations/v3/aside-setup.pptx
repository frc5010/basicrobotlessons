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bare machine to your own robot project on GitHub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setup, then you never think about it again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 Java 25 toolchain, your own robot project, and GitHub all working together — once, before Lesson 0.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terminal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4015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YOU'LL INSTALL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tracks snapshots of your project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JDK 25 — the Java toolchain this course builds against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CLI (gh) — the friction-free way to log in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9184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4015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WALK AWAY WITH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project that builds and runs in simulation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project backed up on GitHub, under your account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rhythm: pull → edit → add → commit → push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INSTALL WPILIB'S TOOLS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installer sets up VS Code and everything else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installer for this season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wpilibsuite/allwpilib releases → v2027.0.0-alpha-6 for your OS.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328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597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it, and choose "Everything"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43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"Tools Only" — this pulls in VS Code, the JDK, and Gradle too.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741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"Download for this computer only"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581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isn't bundled — licensing — so the installer fetches it.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616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61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885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Finish, then launch WPILib VS Code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725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copy for this year, not any VS Code already installed.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760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76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2029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for the WPILib icon in the sidebar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869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confirms the extension installed — you'll use it all course.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downlo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INSTALL GIT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and tell it who you are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Git.Git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92608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1210544" y="30723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10544" y="32735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4747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12724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 "Your Name"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"you@example.com"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98348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same email you'll sign up for GitHub with — that's how GitHub matches a commit to your account.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ffe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CONFIRM YOUR JDK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builds against Java 25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-version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25 somewhere in what it prints.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POINTING GRADLE AT IT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alpha's installer already gave you one.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1's installer bundles JDK 25 — no need to install your own. A different JDK on PATH (say, Java 17 from the classic track) just means pointing Gradle at this one with JAVA_HOME or ORG_GRADLE_JAVA_HOME.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STARTING PROJECT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your project from the course repo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https://github.com/FRC5010/BasicRobotLessons.git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BasicRobotLessons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./tools/verify-lessons-v3.sh -1 --sandbox ~/dev/MyOpModeRobot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7764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--sandbox names where your project lands. -1 means "just the starting template, no lessons applied yet."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F5010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39319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ONE IN GIT BASH, NOT POWERSHELL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470916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needs bash, curl, and python3. Git Bash — installed alongside Git — is in your Start menu.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TWO FOLDERS NOW EXIST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BASICROBOTLESSONS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 repo you cloned.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history, not yours. Come back to it when a lesson is unclear — but you never commit your own work into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~/DEV/MYOPMODEROBOT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project.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ordinary, git-less folder — .git, build, and .gradle were stripped on the way out. This is what every lesson from here on is talking about.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MAKE IT YOUR OWN REPO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it, then start tracking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~/dev/MyOpModeRobot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build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simulateJava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36118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41264" y="37581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5541264" y="39593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5541264" y="41605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813048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 commit"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template already ships a .gitignore that excludes build/ and .gradle/ — trust it.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git status that every untracked file belongs in the repo. That first commit is your recovery point — if your laptop died right now, you could rebuild from it, as long as it lives on GitHub too.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account, and a login that never nags you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GitHub.cli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github.com with the same email as before.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 → HTTPS → authenticate Git with your GitHub credentials → log in with a web browser.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you a one-time code, opens your browser, you paste the code — done. From now on, git push and git pull just work, no password prompt, ever.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loudupload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PUSH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makes the remote and sends your code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create MyOpModeRobot --private --source=. --remote=origin --push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one line creates a private GitHub repo, wires it up as origin, and pushes your first commit.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31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landed right: gh repo view --web opens the repo in your browser. You should see every file from your project — and nothing from BasicRobotLessons. If the whole course shows up instead, you ran it from the wrong folder.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THE EVERYDAY LOOP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cycle you'll run constantly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12648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556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4556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4556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440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"Finish Lesson 3"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49440" y="1600200"/>
            <a:ext cx="4572000" cy="2834640"/>
          </a:xfrm>
          <a:prstGeom prst="roundRect">
            <a:avLst>
              <a:gd name="adj" fmla="val 38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0" y="18288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→ EDIT → ADD → COMMIT → PUSH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223760" y="283464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once a day, or every time something works that didn't before. Write commit messages that say what changed and why.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7091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that reports a merge conflict isn't an error — Git found two edits close together and won't guess which wins. Mark the file resolved with git add, then git commit to finish.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round trip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line to README.md, then add → commit → push. Confirm the change shows up on github.com.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a dead laptop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your own repo into a fresh folder and build it. If it builds, GitHub really is a full backup.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.gitignore sanity check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build, then git status. build/ and .gradle/ shouldn't show up as untracked.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Regenerate and compare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setup command again into a new folder. It should match your real project exactly.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machine is ready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tracks snapshots of your project locally, with add and commit.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holds the remote copy — push sends commits up, pull brings them down.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 means neither will ever ask you for a password again.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rhythm to carry forward: pull → edit → add → commit → push.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— Getting Started</dc:title>
  <dc:subject>PptxGenJS Presentation</dc:subject>
  <dc:creator>Learn Java + Robot Programming</dc:creator>
  <cp:lastModifiedBy>Learn Java + Robot Programming</cp:lastModifiedBy>
  <cp:revision>1</cp:revision>
  <dcterms:created xsi:type="dcterms:W3CDTF">2026-08-23T17:40:39Z</dcterms:created>
  <dcterms:modified xsi:type="dcterms:W3CDTF">2026-08-23T17:40:39Z</dcterms:modified>
</cp:coreProperties>
</file>