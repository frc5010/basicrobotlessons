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multiply robotToCamera's offset on purpose and notice the sim couldn't show you the consequence, because there was no independent truth to check against.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can disagree exactly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already computes the one number that matters — the ChassisVelocities every drive command is asking for — so that's exactly where the chassis sim's own tick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expose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VisionIOPhotonVisionSim rendered what the simulated camera saw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moving under a grip-limited acceleration instead of teleporting to whatever speed was commanded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constants: grip, the two acceleration limits, a starting pose</a:t>
            </a:r>
            <a:endParaRPr lang="en-US" sz="30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18872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645920"/>
            <a:ext cx="10195560" cy="34564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org.wpilib.math.geometry.Pose2d;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org.wpilib.math.geometry.Translation2d;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org.wpilib.math.util.MathUtil;</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import first.robot.Constants.DriveConstants;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ChassisSimulation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private Pose2d m_pose;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one tick, chasing the commanded speed</a:t>
            </a:r>
            <a:endParaRPr lang="en-US" sz="30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chasing 'commanded' as hard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commanded,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Translation2d(commanded.vx, commanded.vy),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commanded.omega,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18872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64592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Twist2d.exp() — the same math odometry runs internally</a:t>
            </a:r>
            <a:endParaRPr lang="en-US" sz="300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Feed it from the one place that computes chassis speed</a:t>
            </a:r>
            <a:endParaRPr lang="en-US" sz="3000" dirty="0"/>
          </a:p>
        </p:txBody>
      </p:sp>
      <p:sp>
        <p:nvSpPr>
          <p:cNvPr id="6" name="Shape 3"/>
          <p:cNvSpPr/>
          <p:nvPr/>
        </p:nvSpPr>
        <p:spPr>
          <a:xfrm>
            <a:off x="640080" y="128016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end of applyChassisSpeeds</a:t>
            </a:r>
            <a:endParaRPr lang="en-US" sz="1500" dirty="0"/>
          </a:p>
        </p:txBody>
      </p:sp>
      <p:sp>
        <p:nvSpPr>
          <p:cNvPr id="11" name="Text 8"/>
          <p:cNvSpPr/>
          <p:nvPr/>
        </p:nvSpPr>
        <p:spPr>
          <a:xfrm>
            <a:off x="914400" y="1737360"/>
            <a:ext cx="10195560" cy="103327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m_chassisSim.update(speeds, 0.020);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4612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92424"/>
            <a:ext cx="128016" cy="128016"/>
          </a:xfrm>
          <a:prstGeom prst="ellipse">
            <a:avLst/>
          </a:prstGeom>
          <a:solidFill>
            <a:srgbClr val="FF6B6B"/>
          </a:solidFill>
          <a:ln/>
        </p:spPr>
      </p:sp>
      <p:sp>
        <p:nvSpPr>
          <p:cNvPr id="14" name="Shape 11"/>
          <p:cNvSpPr/>
          <p:nvPr/>
        </p:nvSpPr>
        <p:spPr>
          <a:xfrm>
            <a:off x="11210544" y="3593592"/>
            <a:ext cx="128016" cy="128016"/>
          </a:xfrm>
          <a:prstGeom prst="ellipse">
            <a:avLst/>
          </a:prstGeom>
          <a:solidFill>
            <a:srgbClr val="FFD166"/>
          </a:solidFill>
          <a:ln/>
        </p:spPr>
      </p:sp>
      <p:sp>
        <p:nvSpPr>
          <p:cNvPr id="15" name="Shape 12"/>
          <p:cNvSpPr/>
          <p:nvPr/>
        </p:nvSpPr>
        <p:spPr>
          <a:xfrm>
            <a:off x="11210544" y="3794760"/>
            <a:ext cx="128016" cy="128016"/>
          </a:xfrm>
          <a:prstGeom prst="ellipse">
            <a:avLst/>
          </a:prstGeom>
          <a:solidFill>
            <a:srgbClr val="2EC4B6"/>
          </a:solidFill>
          <a:ln/>
        </p:spPr>
      </p:sp>
      <p:sp>
        <p:nvSpPr>
          <p:cNvPr id="16" name="Text 13"/>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7" name="Text 14"/>
          <p:cNvSpPr/>
          <p:nvPr/>
        </p:nvSpPr>
        <p:spPr>
          <a:xfrm>
            <a:off x="914400" y="3703320"/>
            <a:ext cx="10195560" cy="713232"/>
          </a:xfrm>
          <a:prstGeom prst="rect">
            <a:avLst/>
          </a:prstGeom>
          <a:noFill/>
          <a:ln/>
        </p:spPr>
        <p:txBody>
          <a:bodyPr wrap="square" lIns="0" tIns="0" rIns="0" bIns="0" rtlCol="0" anchor="t"/>
          <a:lstStyle/>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400" dirty="0"/>
          </a:p>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chassis tracks heading itself now.</a:t>
            </a:r>
            <a:endParaRPr lang="en-US" sz="1400" dirty="0"/>
          </a:p>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Delete the twin, then expose the truth</a:t>
            </a:r>
            <a:endParaRPr lang="en-US" sz="3000" dirty="0"/>
          </a:p>
        </p:txBody>
      </p:sp>
      <p:sp>
        <p:nvSpPr>
          <p:cNvPr id="6" name="Shape 3"/>
          <p:cNvSpPr/>
          <p:nvPr/>
        </p:nvSpPr>
        <p:spPr>
          <a:xfrm>
            <a:off x="640080" y="128016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1" name="Text 8"/>
          <p:cNvSpPr/>
          <p:nvPr/>
        </p:nvSpPr>
        <p:spPr>
          <a:xfrm>
            <a:off x="914400" y="173736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2" name="Shape 9"/>
          <p:cNvSpPr/>
          <p:nvPr/>
        </p:nvSpPr>
        <p:spPr>
          <a:xfrm>
            <a:off x="640080" y="260604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752344"/>
            <a:ext cx="128016" cy="128016"/>
          </a:xfrm>
          <a:prstGeom prst="ellipse">
            <a:avLst/>
          </a:prstGeom>
          <a:solidFill>
            <a:srgbClr val="FF6B6B"/>
          </a:solidFill>
          <a:ln/>
        </p:spPr>
      </p:sp>
      <p:sp>
        <p:nvSpPr>
          <p:cNvPr id="14" name="Shape 11"/>
          <p:cNvSpPr/>
          <p:nvPr/>
        </p:nvSpPr>
        <p:spPr>
          <a:xfrm>
            <a:off x="11210544" y="2953512"/>
            <a:ext cx="128016" cy="128016"/>
          </a:xfrm>
          <a:prstGeom prst="ellipse">
            <a:avLst/>
          </a:prstGeom>
          <a:solidFill>
            <a:srgbClr val="FFD166"/>
          </a:solidFill>
          <a:ln/>
        </p:spPr>
      </p:sp>
      <p:sp>
        <p:nvSpPr>
          <p:cNvPr id="15" name="Shape 12"/>
          <p:cNvSpPr/>
          <p:nvPr/>
        </p:nvSpPr>
        <p:spPr>
          <a:xfrm>
            <a:off x="11210544" y="3154680"/>
            <a:ext cx="128016" cy="128016"/>
          </a:xfrm>
          <a:prstGeom prst="ellipse">
            <a:avLst/>
          </a:prstGeom>
          <a:solidFill>
            <a:srgbClr val="2EC4B6"/>
          </a:solidFill>
          <a:ln/>
        </p:spPr>
      </p:sp>
      <p:sp>
        <p:nvSpPr>
          <p:cNvPr id="16" name="Text 13"/>
          <p:cNvSpPr/>
          <p:nvPr/>
        </p:nvSpPr>
        <p:spPr>
          <a:xfrm>
            <a:off x="914400" y="2734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17" name="Text 14"/>
          <p:cNvSpPr/>
          <p:nvPr/>
        </p:nvSpPr>
        <p:spPr>
          <a:xfrm>
            <a:off x="914400" y="306324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Shape 15"/>
          <p:cNvSpPr/>
          <p:nvPr/>
        </p:nvSpPr>
        <p:spPr>
          <a:xfrm>
            <a:off x="640080" y="4480560"/>
            <a:ext cx="10881360" cy="1737360"/>
          </a:xfrm>
          <a:prstGeom prst="roundRect">
            <a:avLst>
              <a:gd name="adj" fmla="val 5263"/>
            </a:avLst>
          </a:prstGeom>
          <a:solidFill>
            <a:srgbClr val="F3F6FA"/>
          </a:solidFill>
          <a:ln/>
        </p:spPr>
      </p:sp>
      <p:sp>
        <p:nvSpPr>
          <p:cNvPr id="19" name="Text 16"/>
          <p:cNvSpPr/>
          <p:nvPr/>
        </p:nvSpPr>
        <p:spPr>
          <a:xfrm>
            <a:off x="868680" y="4709160"/>
            <a:ext cx="10424160" cy="128016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Two small deletions and one getter close out Drivetrain's side of the wiring — the rest of the file, and Lesson 15's cameras, can now reach ground truth directly.</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18872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64592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400" dirty="0"/>
          </a:p>
          <a:p>
            <a:pPr indent="0" marL="0">
              <a:lnSpc>
                <a:spcPct val="120000"/>
              </a:lnSpc>
              <a:buNone/>
            </a:pPr>
            <a:r>
              <a:rPr lang="en-US" sz="140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400" dirty="0"/>
          </a:p>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4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publisher next to m_headingPublisher</a:t>
            </a:r>
            <a:endParaRPr lang="en-US" sz="1500" dirty="0"/>
          </a:p>
        </p:txBody>
      </p:sp>
      <p:sp>
        <p:nvSpPr>
          <p:cNvPr id="11" name="Text 8"/>
          <p:cNvSpPr/>
          <p:nvPr/>
        </p:nvSpPr>
        <p:spPr>
          <a:xfrm>
            <a:off x="914400" y="173736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private final StructPublisher&lt;Pose2d&gt; m_simulatedPosePublisher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NetworkTableInstance.getDefault()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.getStructTopic("Drivetrain/SimulatedPose", Pose2d.struct)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.publish();</a:t>
            </a:r>
            <a:endParaRPr lang="en-US" sz="1400" dirty="0"/>
          </a:p>
        </p:txBody>
      </p:sp>
      <p:sp>
        <p:nvSpPr>
          <p:cNvPr id="12" name="Shape 9"/>
          <p:cNvSpPr/>
          <p:nvPr/>
        </p:nvSpPr>
        <p:spPr>
          <a:xfrm>
            <a:off x="640080" y="33375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483864"/>
            <a:ext cx="128016" cy="128016"/>
          </a:xfrm>
          <a:prstGeom prst="ellipse">
            <a:avLst/>
          </a:prstGeom>
          <a:solidFill>
            <a:srgbClr val="FF6B6B"/>
          </a:solidFill>
          <a:ln/>
        </p:spPr>
      </p:sp>
      <p:sp>
        <p:nvSpPr>
          <p:cNvPr id="14" name="Shape 11"/>
          <p:cNvSpPr/>
          <p:nvPr/>
        </p:nvSpPr>
        <p:spPr>
          <a:xfrm>
            <a:off x="11210544" y="3685032"/>
            <a:ext cx="128016" cy="128016"/>
          </a:xfrm>
          <a:prstGeom prst="ellipse">
            <a:avLst/>
          </a:prstGeom>
          <a:solidFill>
            <a:srgbClr val="FFD166"/>
          </a:solidFill>
          <a:ln/>
        </p:spPr>
      </p:sp>
      <p:sp>
        <p:nvSpPr>
          <p:cNvPr id="15" name="Shape 12"/>
          <p:cNvSpPr/>
          <p:nvPr/>
        </p:nvSpPr>
        <p:spPr>
          <a:xfrm>
            <a:off x="11210544" y="3886200"/>
            <a:ext cx="128016" cy="128016"/>
          </a:xfrm>
          <a:prstGeom prst="ellipse">
            <a:avLst/>
          </a:prstGeom>
          <a:solidFill>
            <a:srgbClr val="2EC4B6"/>
          </a:solidFill>
          <a:ln/>
        </p:spPr>
      </p:sp>
      <p:sp>
        <p:nvSpPr>
          <p:cNvPr id="16" name="Text 13"/>
          <p:cNvSpPr/>
          <p:nvPr/>
        </p:nvSpPr>
        <p:spPr>
          <a:xfrm>
            <a:off x="914400" y="34655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logTelemetry()</a:t>
            </a:r>
            <a:endParaRPr lang="en-US" sz="1500" dirty="0"/>
          </a:p>
        </p:txBody>
      </p:sp>
      <p:sp>
        <p:nvSpPr>
          <p:cNvPr id="17" name="Text 14"/>
          <p:cNvSpPr/>
          <p:nvPr/>
        </p:nvSpPr>
        <p:spPr>
          <a:xfrm>
            <a:off x="914400" y="37947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m_simulatedPosePublisher.set(m_chassisSim.getPose());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PhotonVisionPoseProvider.makeCamera(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(Constants.kCurrentMode == Constants.Mode.SIM)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moving under a μg acceleration limit instead of teleporting to whatever speed was commanded,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Scoring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first mechanism whose whole job is holding a position against gravity.</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2026-09-17T14:55:45Z</dcterms:created>
  <dcterms:modified xsi:type="dcterms:W3CDTF">2026-09-17T14:55:45Z</dcterms:modified>
</cp:coreProperties>
</file>