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7's translate handles "drive in a direction." Lesson 8's rotate handles "spin in place." What neither one does is both at once — this lesson replaces both with SwerveDriveKinematics so the chassis can translate and rotate at the same time, the "full swerve" behavior every real swerve robot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SwerveDriveKinematics a ChassisVelocities; it hands back four SwerveModuleVelocitys — the same type you've been logging to the Swerve tab since Lesson 7. Today that type stops being just telemetry and becomes the language the whole drivetrain speaks.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calls setDesiredState on every module, and since translate and rotate both require the Drivetrain, scheduling one cancels the other — that's the actual mechanical reason neither can run alongside the other, not just a design choice. The math is simple once spelled out: at each corner, add the translation velocity vector to the rotation velocity vector (which points tangent to the circle around the center, with magnitude ω × r). WPILib packages it as SwerveDriveKinematics so you never have to re-derive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the corners are listed in matters — whatever order you list them here is the order toSwerveModuleVelocities returns states in. Match the array built in Lesson 7 (FL, FR, BL, BR) exactly; a swapped pair produces a robot that almost drives right, which is the most confusing kind of wrong. What's new today is that WPILib's own kinematics types speak Units too: ChassisVelocities, SwerveModuleVelocity, and SwerveDriveKinematics all take measures directly, so a LinearVelocity flows straight through them — you don't unpack it to a double until you hit something that genuinely only speaks numbers, like Phoenix's setThrottle. MetersPerSecond.of(...) builds a LinearVelocity from a plain number — the arithmetic stays in doubles (readable), and the result becomes unit-aware. That's the pattern for making one: compute in doubles, wrap the answer. Worth naming: this is close to the "5" eyeballed for the Swerve tab's Max Speed back in Lesson 7 — now it's a computed, typed constant instead of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clamp two lines down doesn't get the same MathUtil treatment — this alpha's MathUtil has no clamp to graduate to, so the private helper from Lesson 5 stays, permanently, same as it did in Lesson 7. kMaxSpeed.in(MetersPerSecond) is the Units boundary in action: the constant is a typed LinearVelocity, but the division needs a plain number, so .in(...) hands one back. Worth noting explicitly: state.velocity is read as a plain double, not unpacked with .in(...) — SwerveModuleVelocity's constructor accepts a LinearVelocity if you want to build one that way, but the value it actually stores is a bare double in meters per second. Units at the boundary where you build the value, plain numbers once it's inside a kinematics type built for speed — you'll see the same thing on ChassisVelocities in a moment. Also worth a callout: this alpha ships SwerveModuleVelocity.cosineScale(Rotation2d) doing exactly the alignment trick here, built in — it's not used because the hand-rolled version already lives right next to the P control it depends on, and moving it wouldn't simplify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9's driveDistance called setDesiredState(0.0, 0.4) to drive and setDesiredState(0.0, 0.0) twice to stop (once after the loop finishes on its own, once inside whenCanceled for an interruption) — none of that compiles anymore. Build a state instead: new SwerveModuleVelocity(DriveConstants.kMaxSpeed.times(0.4), Rotation2d.fromDegrees(0)) to drive, and new SwerveModuleVelocity() — zero speed — everywhere it used to stop. This is deliberately compiler-driven, the same habit Lesson 7 taught: change the signature, let the red squiggly list walk you to every call site rather than trying to remember them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helper about to get built is going to publish the chassis's desired states right next to Lesson 7's measured ones, so it needs a second publisher first — same shape as m_moduleStatesPublisher, new topic name Drivetrain/DesiredModuleStates. Section 6 is where this pair of publishers pays off: dropping both ModuleStates and DesiredModuleStates into the Swerve tab's States slots shows two sets of arrows, where the wheels are told to be versus where they actually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Lesson 8's own trick again: every path into the drivetrain — stick driving, heading turns, and a future lesson's pose chasing — ends with the same four steps, so those four steps become one private helper and everything else becomes a thin caller. new ChassisVelocities(vx, vy, ω) packs "what I want the whole robot to do" into a single value; toSwerveModuleVelocities is the library math this lesson exists for, one chassis motion in, one SwerveModuleVelocity[] out, one entry per corner in the order given to the constructor. desaturateWheelVelocities matters at the edge of the envelope: if translation-plus-rotation asks one wheel for 6 m/s but the max is 4.7, it scales all four down so the motion keeps its shape, just slower — without it, the overasked wheel silently caps and the robot curves off course. Now the real trap: optimize doesn't change states[i] in place — it's a pure function, same as Rotation2d.rotateBy or Translation2d.plus — it returns a new SwerveModuleVelocity, and the original is untouched. Call states[i].optimize(...) and throw away the result, and nothing happens — the module gets commanded with the un-optimized state, silently. That's why the loop reads states[i] = states[i].optimize(...) — assign it back before it's used. The indexed for loop is the new shape here because states[i] has to be paired with m_modules[i], and pairing two arrays takes an index. m_lastCommandedOmega keeps Lesson 8's fake gyro fed, and m_desiredModuleStatesPublisher.set(states) publishes the desired states right next to Lesson 7's measured ones — the pair built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the translate and rotate command factories from Drivetrain — kinematics subsumes both. But don't delete commandRotation: Lesson 8's turnToHeading still calls it, and breaking a working command isn't part of the plan. Instead the machinery underneath it gets rebuilt: its one-line translator means turnToHeading keeps working without a single edit. runRepeatedly is the same helper driveWithJoystick used back in Lesson 2 — a plain block of code, run once per tick until something cancels the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headingError's two while loops collapse into the same MathUtil.inputModulus one-liner setDesiredState got in section 3 — the wrap-loop story that ran hand-rolled since Lesson 5 finally retires everywhere it appeared in Drivetrain. The DoubleSupplier import was only there for translate, which is gone now that drive() takes typed LinearVelocity/AngularVelocity suppliers instead of bare doubles — leaving it in place would be a dead import the compiler quietly tolerates but a careful reader would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optimize, wheels routinely make 180° pirouettes for no reason, which looks awful and burns time. With it, they nudge a few degrees and reverse — as swerve robots should. Note what it needs to decide: the wheel's current angle — that's why the measurement gets passed in. Worth naming the connection to Lesson 9's cosine trick: optimize keeps every steering move under 90°, which means the cosine scale in setDesiredState never goes negative — the two together give wheels that take the short path AND hold their push until they're pointed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edits: delete the Lesson 7 default translate binding and both bumper rotate bindings — those factories no longer exist, and the right stick is taking over rotation. The turnToHeading bindings from Lesson 8 stay; they never stopped working. Look at each supplier: the stick reads a fraction from -1 to 1, and kMaxSpeed.times(fraction) scales the max-speed measure down to that fraction — the result is still a LinearVelocity, exactly what drive now asks for. No maxMps local, no .in(...) — the unit rides all the way from the constant into ChassisVelocities. This is the Units payoff: because every hop speaks the type, there's simply no boundary to convert at until Phoenix's setThrottle, deep inside setDesiredState. Once wired, open the Swerve tab and push both sticks: with ModuleStates and DesiredModuleStates both dropped into the States slots, you see two sets of arrows — where the wheels are told to be, and where they actually are. When the two sets track each other closely, steering control is keeping up; when they lag apart, that's exactly what to tune.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now the sticks are robot-relative: pushing forward always drives the robot in its own forward direction, wherever it happens to be pointing — which means after a 180° turn, forward is backward and half the drivers' brains melt. Most drivers prefer field-relative: pushing forward always drives away from the driver's station, regardless of robot orientation. Thanks to applyChassisSpeeds, this is now a genuinely small method — one new line of math and a delegation. fieldSpeeds.toRobotRelative(...) rotates the field-frame velocity into the robot's frame using the current heading — the gyro from Lesson 8 quietly becoming load-bearing. toRobotRelative reads the same way optimize and cosineScale do: it doesn't change fieldSpeeds, it returns the converted value. Everything downstream still speaks robot frame, and applyChassisSpeeds neither knows nor cares where the speeds came from — that's the extraction paying rent already. Once you feel field-relative driving, you won't want to give it up — that's worth saying plainly, it's the version drivers actually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watch-a-wheel-optimize exercise is the one worth actually running: drive slow forward, then abruptly reverse, and watch DesiredModuleStates's arrows flip length-direction instead of swinging 180° — that's optimize doing its job visibly, not just in theory. The spin-while-driving auto is a good concrete demonstration that this really is full swerve now — forward motion and rotation composed in one command, which was impossible before this lesson; that one is real code the student writes and drops into Autos. The slow-mode multiplier is a light reprise of composing a new command around drive(...), similar in spirit to Lesson 2's slow-mode Try It but now scaling three suppliers instead of one — also real code, a new command the student writes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swerve turned out to be a translation exercise: ChassisVelocities says what you want the whole robot to do, SwerveDriveKinematics translates that into per-wheel SwerveModuleVelocitys, and the two hand-rolled commands from Lessons 7–8 collapsed into one drive that mixes translation and rotation freely. One library tool also graduated: MathUtil.inputModulus retired the wrap loop, the same trade the hand-rolled clamp didn't get to make, because this alpha never shipped one to graduate to. The quieter thread running through the whole lesson: optimize, cosineScale, and toRobotRelative all share a shape — call them, get a new value back, original untouched — the same immutable style Rotation2d and Translation2d have had all along, now showing up in the kinematics types too. Field-relative is the version drivers will never let you take away. One thing is still missing: the robot can move any way you ask, but it has no idea where it is. A future lesson gives it a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1215" y="3834811"/>
            <a:ext cx="3291840" cy="25659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7724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Swerve with Kinematics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77240" y="3611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and rotate at the same time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89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WPILib 2027 Alpha  ·  Commands V3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drive command that mixes translation and spin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7373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the hand-rolled translate and rotate with SwerveDriveKinematics — full swerve, plus always steering the shortest path.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9" name="Image 1" descr="/home/user/BasicRobotLessons/docs/presentations/v3/template/assets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3558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73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JAVA CONCEPTS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85800" y="3813048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data-carrier objects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for loops, for pairing two arrays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MathUtil.inputModulus — the wrap loop, graduated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typed measure by a fraction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13" name="Image 2" descr="/home/user/BasicRobotLessons/docs/presentations/v3/template/assets/icons/calculato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3558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3273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ROBOT CONCEPTS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355080" y="3813048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SwerveDriveKinematics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ChassisVelocities and SwerveModuleVelocity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desaturation and state optimization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Field-relative driving, using the gyro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8" name="Image 3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object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WHY KINEMATICS?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command does both at once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132A4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and rotate both require the Drivetrain.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scheduling one cancels the other. Real swerve robots drive and spin constantly — sweeping around a defender while a shooter stays pointed at the goal. At each corner, add the translation velocity vector to the rotation velocity vector, and you get motion that does both.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SwerveDriveKinematics packages that math so you never re-derive it: give it a ChassisVelocities, it hands back four SwerveModuleVelocitys.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12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alcula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DRIVETRAIN.JAVA &amp; CONSTANTS.JAVA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from the modules' locations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5179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7190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9202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996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Drivetrain, directly below the m_modules field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28800"/>
            <a:ext cx="101955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final SwerveDriveKinematics m_kinematics = new SwerveDriveKinematics(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m_modules[0].location, m_modules[1].location,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m_modules[2].location, m_modules[3].location); // FL, FR, BL, BR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7490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1210544" y="38953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10544" y="40965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Shape 12"/>
          <p:cNvSpPr/>
          <p:nvPr/>
        </p:nvSpPr>
        <p:spPr>
          <a:xfrm>
            <a:off x="11210544" y="42976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8770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DriveConstants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4206240"/>
            <a:ext cx="10195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final LinearVelocity kMaxSpeed =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MetersPerSecond.of(100.0 / kDriveGearRatio * kWheelCircumferenceMeters); // ≈4.7 m/s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final AngularVelocity kMaxAngularSpeed = RotationsPerSecond.of(1.0);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20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filecod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SWERVEMODULE.JAVA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state in, chase it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3108960"/>
          </a:xfrm>
          <a:prstGeom prst="roundRect">
            <a:avLst>
              <a:gd name="adj" fmla="val 352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5179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7190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9202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996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two-argument setDesiredState with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28800"/>
            <a:ext cx="101955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One tick of control: chase the given state. */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setDesiredState(SwerveModuleVelocity state)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error = MathUtil.inputModulus(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state.angle.getDegrees() - getSteerAngleDegrees(), -180, 180);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steerOutput = clamp(SteerConstants.kP * error, -1.0, 1.0);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m_steerMotor.setThrottle(steerOutput);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alignment = Math.cos(Math.toRadians(error));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fraction = state.velocity / DriveConstants.kMaxSpeed.in(MetersPerSecond);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m_driveMotor.setThrottle(fraction * alignment);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0916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while loops from Lesson 5 collapse into MathUtil.inputModulus(value, -180, 180) — the one-liner, now that you've built the hand-rolled version and know what it does.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CONTINUED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caller the compiler already knows about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6093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8105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0116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910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driveDistance from Lesson 9 — the old two-argument setDesiredState(0.0, 0.4) no longer compiles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101955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driving forward: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module.setDesiredState(new SwerveModuleVelocity(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DriveConstants.kMaxSpeed.times(0.4), Rotation2d.fromDegrees(0)));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 stop — after the loop, AND again inside whenCanceled: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module.setDesiredState(new SwerveModuleVelocity());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48056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66344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 anywhere else you called the two-argument setDesiredState — let the compiler's red list walk you to each one, Lesson 7 style. .times(0.4) scales the max-speed measure and stays a LinearVelocity; new SwerveModuleVelocity() with no arguments means zero speed.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broadcasttow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desired states too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0078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019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0312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68249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Drivetrain, alongside m_moduleStatesPublisher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11680"/>
            <a:ext cx="101955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final StructArrayPublisher&lt;SwerveModuleVelocity&gt; m_desiredModuleStatesPublisher =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NetworkTableInstance.getDefault()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.getStructArrayTopic("Drivetrain/DesiredModuleStates", SwerveModuleVelocity.struct)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.publish();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840480"/>
            <a:ext cx="10881360" cy="2560320"/>
          </a:xfrm>
          <a:prstGeom prst="roundRect">
            <a:avLst>
              <a:gd name="adj" fmla="val 3571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114800"/>
            <a:ext cx="1033272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helper you're about to write publishes into this.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14400" y="4692650"/>
            <a:ext cx="10332720" cy="143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applyChassisSpeeds is about to publish the chassis's desired states right next to Lesson 7's measured ones. Same StructArrayPublisher shape as m_moduleStatesPublisher, just a new topic name and a field to hold it.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object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Convert, desaturate, optimize, command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4846320"/>
          </a:xfrm>
          <a:prstGeom prst="roundRect">
            <a:avLst>
              <a:gd name="adj" fmla="val 226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4264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8288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081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Drivetrain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737360"/>
            <a:ext cx="1019556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One tick of chassis motion: convert, desaturate, optimize, command. */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applyChassisSpeeds(ChassisVelocities speeds)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SwerveModuleVelocity[] states = m_kinematics.toSwerveModuleVelocities(speeds);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Scale ALL wheels down together if any one would exceed the max.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states = SwerveDriveKinematics.desaturateWheelVelocities(states, DriveConstants.kMaxSpeed);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m_lastCommandedOmega = speeds.omega / (2 * Math.PI); // rev/s for sim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m_modules.length; i++)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states[i] = states[i].optimize(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Rotation2d.fromDegrees(m_modules[i].getSteerAngleDegrees()));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m_modules[i].setDesiredState(states[i]);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m_desiredModuleStatesPublisher.set(states);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pic>
        <p:nvPicPr>
          <p:cNvPr id="14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amep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path funnels through one helper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5179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7190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9202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996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Drivetrain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28800"/>
            <a:ext cx="10195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Command drive(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Supplier&lt;LinearVelocity&gt; vx, Supplier&lt;LinearVelocity&gt; vy, Supplier&lt;AngularVelocity&gt; omega)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runRepeatedly(() -&gt; applyChassisSpeeds(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ChassisVelocities(vx.get(), vy.get(), omega.get()))).named("Drive");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1210544" y="36667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10544" y="38679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Shape 12"/>
          <p:cNvSpPr/>
          <p:nvPr/>
        </p:nvSpPr>
        <p:spPr>
          <a:xfrm>
            <a:off x="11210544" y="40690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484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commandRotation in Drivetrain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3977640"/>
            <a:ext cx="10195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commandRotation(double omegaRevPerSec)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applyChassisSpeeds(new ChassisVelocities(0, 0, omegaRevPerSec * 2 * Math.PI));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51663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3F6FA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303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translate and rotate — kinematics subsumes both. turnToHeading keeps working without a single edit, because commandRotation still exists underneath it.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pic>
        <p:nvPicPr>
          <p:cNvPr id="22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sync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CONTINUED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hand-rolled wrap retires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6093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8105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0116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910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headingError's body with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10195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double headingError(double targetDegrees) {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MathUtil.inputModulus(targetDegrees - getHeadingDegrees(), -180, 180);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1210544" y="34838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10544" y="36850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Shape 12"/>
          <p:cNvSpPr/>
          <p:nvPr/>
        </p:nvSpPr>
        <p:spPr>
          <a:xfrm>
            <a:off x="11210544" y="38862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4655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Drivetrain's imports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3794760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java.util.function.DoubleSupplier; // only translate used it, and it's gone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5720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7548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you're in the file, headingError gets the same one-liner treatment setDesiredState got in section 3 — its two while loops were the last hand-rolled wrap left in the codebase.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pic>
        <p:nvPicPr>
          <p:cNvPr id="22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sync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OPTIMIZE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the short way, every time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32A4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Wheel at 10°, told to go to 190°.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much faster to steer to 10° and drive at -2 m/s than to physically turn 180°. optimize picks the shorter steering move, flipping the drive sign if needed.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32A4C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9202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returns a new value — nothing changes in place.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46520" y="274320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states[i].optimize(...) alone does nothing — the loop must read states[i] = states[i].optimize(...). Throw away the result and the module gets commanded un-optimized, silently.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14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amep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ROBOTTELEOP.JAVA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stick translates, right stick rotates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6093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8105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0116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910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old bindings, add to RobotTeleop's constructor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10195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robot.drivetrain.setDefaultCommand(robot.drivetrain.drive(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DriveConstants.kMaxSpeed.times(-robot.driverController.getLeftY()),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DriveConstants.kMaxSpeed.times(-robot.driverController.getLeftX()),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DriveConstants.kMaxAngularSpeed.times(-robot.driverController.getRightX())));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977640"/>
            <a:ext cx="10881360" cy="2331720"/>
          </a:xfrm>
          <a:prstGeom prst="roundRect">
            <a:avLst>
              <a:gd name="adj" fmla="val 3922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251960"/>
            <a:ext cx="1033272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kMaxSpeed.times(fraction) scales the measure, stays a LinearVelocity.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14400" y="4829810"/>
            <a:ext cx="10332720" cy="120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maxMps local, no .in(...) — the unit rides all the way from the constant into ChassisVelocities. No boundary to convert at until Phoenix's setThrottle, deep inside setDesiredState.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always means away from the driver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2834640"/>
          </a:xfrm>
          <a:prstGeom prst="roundRect">
            <a:avLst>
              <a:gd name="adj" fmla="val 38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5179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7190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9202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996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Drivetrain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28800"/>
            <a:ext cx="101955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Command driveFieldRelative(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Supplier&lt;LinearVelocity&gt; vx, Supplier&lt;LinearVelocity&gt; vy, Supplier&lt;AngularVelocity&gt; omega)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runRepeatedly(() -&gt;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ChassisVelocities fieldSpeeds = new ChassisVelocities(vx.get(), vy.get(), omega.get());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Rotation2d heading = Rotation2d.fromDegrees(getHeadingDegrees());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applyChassisSpeeds(fieldSpeeds.toRobotRelative(heading));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}).named("Drive Field Relative");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38912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1210544" y="453542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10544" y="473659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Shape 12"/>
          <p:cNvSpPr/>
          <p:nvPr/>
        </p:nvSpPr>
        <p:spPr>
          <a:xfrm>
            <a:off x="11210544" y="493776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1713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drive for driveFieldRelative in setDefaultCommand — same three suppliers, new method name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4846320"/>
            <a:ext cx="10195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robot.drivetrain.setDefaultCommand(robot.drivetrain.driveFieldRelative(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DriveConstants.kMaxSpeed.times(-robot.driverController.getLeftY()),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DriveConstants.kMaxSpeed.times(-robot.driverController.getLeftX()),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DriveConstants.kMaxAngularSpeed.times(-robot.driverController.getRightX())));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pic>
        <p:nvPicPr>
          <p:cNvPr id="20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MOVE 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" y="1691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wheel optimize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slow forward, then abruptly reverse. The wheel should flip drive sign, not spin 180°.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780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Spin-while-driving auto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9784080" y="1773936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F5010"/>
          </a:solidFill>
          <a:ln/>
        </p:spPr>
      </p:sp>
      <p:sp>
        <p:nvSpPr>
          <p:cNvPr id="16" name="Text 13"/>
          <p:cNvSpPr/>
          <p:nvPr/>
        </p:nvSpPr>
        <p:spPr>
          <a:xfrm>
            <a:off x="9784080" y="1773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drivetrain.drive(...) forward at 1 m/s while spinning half a turn per second, for 2 seconds.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" y="40233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19" name="Shape 16"/>
          <p:cNvSpPr/>
          <p:nvPr/>
        </p:nvSpPr>
        <p:spPr>
          <a:xfrm>
            <a:off x="960120" y="425196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600200" y="4251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Slow-mode multiplier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206240" y="4334256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F5010"/>
          </a:solidFill>
          <a:ln/>
        </p:spPr>
      </p:sp>
      <p:sp>
        <p:nvSpPr>
          <p:cNvPr id="23" name="Text 20"/>
          <p:cNvSpPr/>
          <p:nvPr/>
        </p:nvSpPr>
        <p:spPr>
          <a:xfrm>
            <a:off x="4206240" y="43342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4846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 bumper is held, multiply the three suppliers' outputs by 0.25 for fine control.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pic>
        <p:nvPicPr>
          <p:cNvPr id="27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raduation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translation exercise, in the end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ChassisVelocities says what you want; SwerveDriveKinematics translates it into per-wheel SwerveModuleVelocitys.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desaturateWheelVelocities preserves the motion's shape when you overask; optimize trades a pirouette for a sign flip.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path funnels through applyChassisSpeeds, field-relative driving cost one line.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269480" y="160020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895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58952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Odometry &amp; Field View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89520" y="3749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can move any way you ask — now it learns where it is.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589520" y="5120640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13" name="Image 1" descr="/home/user/BasicRobotLessons/docs/presentations/v3/template/assets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523951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FULL SWERVE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pic>
        <p:nvPicPr>
          <p:cNvPr id="16" name="Image 2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 — Full Swerve with Kinematics</dc:title>
  <dc:subject>PptxGenJS Presentation</dc:subject>
  <dc:creator>Learn Java + Robot Programming</dc:creator>
  <cp:lastModifiedBy>Learn Java + Robot Programming</cp:lastModifiedBy>
  <cp:revision>1</cp:revision>
  <dcterms:created xsi:type="dcterms:W3CDTF">2026-09-17T13:59:05Z</dcterms:created>
  <dcterms:modified xsi:type="dcterms:W3CDTF">2026-09-17T13:59:05Z</dcterms:modified>
</cp:coreProperties>
</file>