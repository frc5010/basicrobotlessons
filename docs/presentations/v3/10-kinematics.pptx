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Swerve with Kinematics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at the same time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drive command that mixes translation and spin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hand-rolled translate and rotate with SwerveDriveKinematics — full swerve, plus always steering the shortest path.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data-carrier objects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for loops, for pairing two arrays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MathUtil.inputModulus — the wrap loop, graduated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typed measure by a fraction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and SwerveModuleVelocity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desaturation and state optimization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Field-relative driving, using the gyro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KINEMATICS?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command does both at once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both require the Drivetrain.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scheduling one cancels the other. Real swerve robots drive and spin constantly — sweeping around a defender while a shooter stays pointed at the goal. At each corner, add the translation velocity vector to the rotation velocity vector, and you get motion that does both.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SwerveDriveKinematics packages that math so you never re-derive it: give it a ChassisVelocities, it hands back four SwerveModuleVelocitys.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DRIVETRAIN.JAVA &amp;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the modules' locations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directly below the m_modules field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SwerveDriveKinematics m_kinematics = new SwerveDriveKinematics(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m_modules[0].location, m_modules[1].location,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m_modules[2].location, m_modules[3].location); // FL, FR, BL, BR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895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096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297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877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DriveConstants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20624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LinearVelocity kMaxSpeed 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MetersPerSecond.of(100.0 / kDriveGearRatio * kWheelCircumferenceMeters); // ≈4.7 m/s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AngularVelocity kMaxAngularSpeed = RotationsPerSecond.of(1.0);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 in, chase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two-argument setDesiredState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control: chase the given state.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setDesiredState(SwerveModuleVelocity state)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error = MathUtil.inputModulus(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state.angle.getDegrees() - getSteerAngleDegrees(), -180, 180);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steerOutput = clamp(SteerConstants.kP * error, -1.0, 1.0);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m_steerMotor.setThrottle(steerOutput);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alignment = Math.cos(Math.toRadians(error));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fraction = state.velocity / DriveConstants.kMaxSpeed.in(MetersPerSecond);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m_driveMotor.setThrottle(fraction * alignment);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while loops from Lesson 5 collapse into MathUtil.inputModulus(value, -180, 180) — the one-liner, now that you've built the hand-rolled version and know what it does.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Convert, desaturate, optimize,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chassis motion: convert, desaturate, optimize, command.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applyChassisSpeeds(ChassisVelocities speeds)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SwerveModuleVelocity[] states = m_kinematics.toSwerveModuleVelocities(speeds);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Scale ALL wheels down together if any one would exceed the max.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states = SwerveDriveKinematics.desaturateWheelVelocities(states, DriveConstants.kMaxSpeed);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m_lastCommandedOmega = speeds.omega / (2 * Math.PI); // rev/s for sim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states[i] = states[i].optimize(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Rotation2d.fromDegrees(m_modules[i].getSteerAngleDegrees()));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m_modules[i].setDesiredState(states[i]);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m_desiredModuleStatesPublisher.set(states);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funnels through one helper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applyChassisSpeeds(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ChassisVelocities(vx.get(), vy.get(), omega.get()))).named("Drive");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52044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6667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8679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0690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6484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commandRotation in Drivetrain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977640"/>
            <a:ext cx="10195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commandRotation(double omegaRevPerSec)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applyChassisSpeeds(new ChassisVelocities(0, 0, omegaRevPerSec * 2 * Math.PI));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516636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translate and rotate — kinematics subsumes both. turnToHeading keeps working without a single edit, because commandRotation still exists underneath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OPTIMIZE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the short way, every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Wheel at 10°, told to go to 190°.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much faster to steer to 10° and drive at -2 m/s than to physically turn 180°. optimize picks the shorter steering move, flipping the drive sign if needed.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returns a new value — nothing changes in place.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states[i].optimize(...) alone does nothing — the loop must read states[i] = states[i].optimize(...). Throw away the result and the module gets commanded un-optimized, silently.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stick translates, right stick rotates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old bindings, add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77640"/>
            <a:ext cx="1088136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kMaxSpeed.times(fraction) scales the measure, stays a LinearVelocity.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829810"/>
            <a:ext cx="10332720" cy="120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maxMps local, no .in(...) — the unit rides all the way from the constant into ChassisVelocities. No boundary to convert at until Phoenix's setThrottle, deep inside setDesiredState.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always means away from the driver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driveFieldRelative(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ChassisVelocities fieldSpeeds = new ChassisVelocities(vx.get(), vy.get(), omega.get());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 heading =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applyChassisSpeeds(fieldSpeeds.toRobotRelative(heading));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Field Relative");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5262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toRobotRelative(...) rotates the field-frame velocity into the robot's frame using the current heading — the gyro from Lesson 8 quietly becoming load-bearing. Swap drive for driveFieldRelative in setDefaultCommand and you're done.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 wheel optimize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slow forward, then abruptly reverse. The wheel should flip drive sign, not spin 180°.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Spin-while-driving auto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drivetrain.drive(...) forward at 1 m/s while spinning half a turn per second, for 2 seconds.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Slow-mode multiplier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 bumper is held, multiply the three suppliers' outputs by 0.25 for fine control.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translation exercise, in the 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says what you want; SwerveDriveKinematics translates it into per-wheel SwerveModuleVelocitys.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desaturateWheelVelocities preserves the motion's shape when you overask; optimize trades a pirouette for a sign flip.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path funnels through applyChassisSpeeds, field-relative driving cost one line.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Odometry &amp; Field View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can move any way you ask — now it learns where it 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 — Full Swerve with Kinematics</dc:title>
  <dc:subject>PptxGenJS Presentation</dc:subject>
  <dc:creator>Learn Java + Robot Programming</dc:creator>
  <cp:lastModifiedBy>Learn Java + Robot Programming</cp:lastModifiedBy>
  <cp:revision>1</cp:revision>
  <dcterms:created xsi:type="dcterms:W3CDTF">2026-08-25T00:17:16Z</dcterms:created>
  <dcterms:modified xsi:type="dcterms:W3CDTF">2026-08-25T00:17:16Z</dcterms:modified>
</cp:coreProperties>
</file>