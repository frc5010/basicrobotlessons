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2.png"/><Relationship Id="rId4" Type="http://schemas.openxmlformats.org/officeDocument/2006/relationships/image" Target="../media/image-3-2.png"/><Relationship Id="rId5" Type="http://schemas.openxmlformats.org/officeDocument/2006/relationships/image" Target="../media/image-3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asicRobotLessons/2acb544a-cfde-5b39-af16-8514142d362c/scratchpad/slides/v3-lesson0/assets/robot_white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418320" y="4160520"/>
            <a:ext cx="2194560" cy="2194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robot and print a message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OpMode Track  ·  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tmp/claude-0/-home-user-BasicRobotLessons/2acb544a-cfde-5b39-af16-8514142d362c/scratchpad/slides/v3-lesson0/asset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lesson gets you to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83080"/>
            <a:ext cx="10241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template building in simulation, see how the pieces fit together, and make your first code change — print a message the moment teleop wakes up.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tmp/claude-0/-home-user-BasicRobotLessons/2acb544a-cfde-5b39-af16-8514142d362c/scratchpad/slides/v3-lesson0/asset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387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packages, and methods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and the semicolon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 — a tag above a class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 method: System.out.println(...)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42900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tmp/claude-0/-home-user-BasicRobotLessons/2acb544a-cfde-5b39-af16-8514142d362c/scratchpad/slides/v3-lesson0/assets/robo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5387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Opmodes — named, selectable robot behaviors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opmode loop — the heartbeat of whichever one is picked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 · ORIENTATION · OPMODE TRACK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tmp/claude-0/-home-user-BasicRobotLessons/2acb544a-cfde-5b39-af16-8514142d362c/scratchpad/slides/v3-lesson0/asset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WHAT AM I EVEN LOOKING AT?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files, one boot sequence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4173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folder tree won't matter yet. Open src/main/java/first/robot/ and you'll find these four.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4008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8" name="Image 1" descr="/tmp/claude-0/-home-user-BasicRobotLessons/2acb544a-cfde-5b39-af16-8514142d362c/scratchpad/slides/v3-lesson0/assets/filecode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157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Main.java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96012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entry point. Never touch it.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17220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2" name="Image 2" descr="/tmp/claude-0/-home-user-BasicRobotLessons/2acb544a-cfde-5b39-af16-8514142d362c/scratchpad/slides/v3-lesson0/assets/filecode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7157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9516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Robot.java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649224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the framework. You'll rarely touch 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4008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6" name="Image 3" descr="/tmp/claude-0/-home-user-BasicRobotLessons/2acb544a-cfde-5b39-af16-8514142d362c/scratchpad/slides/v3-lesson0/assets/filecode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90288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MyTeleop.java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96012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when you drive it.</a:t>
            </a:r>
            <a:endParaRPr lang="en-US" sz="2000" dirty="0"/>
          </a:p>
        </p:txBody>
      </p:sp>
      <p:sp>
        <p:nvSpPr>
          <p:cNvPr id="19" name="Shape 13"/>
          <p:cNvSpPr/>
          <p:nvPr/>
        </p:nvSpPr>
        <p:spPr>
          <a:xfrm>
            <a:off x="617220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20" name="Image 4" descr="/tmp/claude-0/-home-user-BasicRobotLessons/2acb544a-cfde-5b39-af16-8514142d362c/scratchpad/slides/v3-lesson0/assets/filecode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4590288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99516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MyAuto.java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649224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on its own, in autonomous.</a:t>
            </a:r>
            <a:endParaRPr lang="en-US" sz="2000" dirty="0"/>
          </a:p>
        </p:txBody>
      </p:sp>
      <p:sp>
        <p:nvSpPr>
          <p:cNvPr id="23" name="Text 16"/>
          <p:cNvSpPr/>
          <p:nvPr/>
        </p:nvSpPr>
        <p:spPr>
          <a:xfrm>
            <a:off x="640080" y="6446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 · ORIENTATION · OPMODE TRACK</a:t>
            </a:r>
            <a:endParaRPr lang="en-US" sz="2000" dirty="0"/>
          </a:p>
        </p:txBody>
      </p:sp>
      <p:sp>
        <p:nvSpPr>
          <p:cNvPr id="24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tmp/claude-0/-home-user-BasicRobotLessons/2acb544a-cfde-5b39-af16-8514142d362c/scratchpad/slides/v3-lesson0/asset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CLASSES AND PACKAGES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 is a blueprint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first.robot;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0080" y="356616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keep class names from colliding — first.robot mirrors the folder first/robot.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RULE TO REMEMBER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2860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package at the top of a file has to match its folder path.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446520" y="3794760"/>
            <a:ext cx="48463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defines a class — a blueprint holding data plus the actions that go with it. Robot boots the program; MyTeleop and MyAuto are opmodes.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 · ORIENTATION · OPMODE TRACK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tmp/claude-0/-home-user-BasicRobotLessons/2acb544a-cfde-5b39-af16-8514142d362c/scratchpad/slides/v3-lesson0/assets/listu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METHODS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homes, each named for its moment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760720" cy="3246120"/>
          </a:xfrm>
          <a:prstGeom prst="roundRect">
            <a:avLst>
              <a:gd name="adj" fmla="val 338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08990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08990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08990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07492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once, when enabled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periodic()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~50x / sec, enabled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629400" y="1600200"/>
            <a:ext cx="48920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6903720" y="18288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FIVE, TOTAL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903720" y="224028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start(), periodic(), end(), close(), disabledPeriodic() — five methods, all empty, each named for the moment it fires.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903720" y="3840480"/>
            <a:ext cx="4389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periodic() today — you'll meet the rest as you need them. You never call it yourself. The framework does, on its own schedule.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 · ORIENTATION · OPMODE TRACK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tmp/claude-0/-home-user-BasicRobotLessons/2acb544a-cfde-5b39-af16-8514142d362c/scratchpad/slides/v3-lesson0/assets/ta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ANNOTATIONS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@Teleop is a tag, not a method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241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7241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7241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@Teleop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MyTeleop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extends PeriodicOpMode {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56616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@Teleop sits above the whole class — a tag the framework reads before your code ever runs. It says: offer this on the Driver Station as "My Teleop."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55080" y="1600200"/>
            <a:ext cx="5166360" cy="4251960"/>
          </a:xfrm>
          <a:prstGeom prst="roundRect">
            <a:avLst>
              <a:gd name="adj" fmla="val 2581"/>
            </a:avLst>
          </a:prstGeom>
          <a:solidFill>
            <a:srgbClr val="0B1F3A"/>
          </a:solidFill>
          <a:ln/>
        </p:spPr>
      </p:sp>
      <p:pic>
        <p:nvPicPr>
          <p:cNvPr id="13" name="Image 1" descr="/tmp/claude-0/-home-user-BasicRobotLessons/2acb544a-cfde-5b39-af16-8514142d362c/scratchpad/slides/v3-lesson0/assets/lightbulb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8745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933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MENTAL SHIFT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6675120" y="256032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don't write one program that runs top to bottom.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675120" y="38862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write several small ones — opmodes — and something else decides which one runs right now.</a:t>
            </a:r>
            <a:endParaRPr lang="en-US" sz="2100" dirty="0"/>
          </a:p>
        </p:txBody>
      </p:sp>
      <p:sp>
        <p:nvSpPr>
          <p:cNvPr id="17" name="Text 13"/>
          <p:cNvSpPr/>
          <p:nvPr/>
        </p:nvSpPr>
        <p:spPr>
          <a:xfrm>
            <a:off x="640080" y="6446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 · ORIENTATION · OPMODE TRACK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tmp/claude-0/-home-user-BasicRobotLessons/2acb544a-cfde-5b39-af16-8514142d362c/scratchpad/slides/v3-lesson0/assets/heartbea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OPMODES AND THE HEARTBEAT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86384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heartbeat, whichever opmode is picked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459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5800" dirty="0"/>
          </a:p>
        </p:txBody>
      </p:sp>
      <p:sp>
        <p:nvSpPr>
          <p:cNvPr id="8" name="Text 5"/>
          <p:cNvSpPr/>
          <p:nvPr/>
        </p:nvSpPr>
        <p:spPr>
          <a:xfrm>
            <a:off x="640080" y="2651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100" kern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A SECOND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4114800" y="1645920"/>
            <a:ext cx="7452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picked and enabled, an opmode's periodic() runs about 50 times a second — forever, until something else is picked or the robot disables.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6576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never write while (true) yourself — the framework is the loop, and you plug things into it.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40080" y="480060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8006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layer added: which piece of code the heartbeat drives is now a choice made at runtime — not baked into a single class.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 · ORIENTATION · OPMODE TRACK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tmp/claude-0/-home-user-BasicRobotLessons/2acb544a-cfde-5b39-af16-8514142d362c/scratchpad/slides/v3-lesson0/asset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see it boot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727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4996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WPILib command palette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8836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Ctrl+Shift+P → "WPILib: Simulate Robot Code" (or the WPILib icon).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140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Or, from a terminal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7980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simulateJava — first run downloads dependencies.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015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01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284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Sim GUI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124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Real Driverstation — Sim GUI is correct for now.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159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15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428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My Teleop on the opmode selector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268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names which code the heartbeat will drive.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30368"/>
            <a:ext cx="502920" cy="502920"/>
          </a:xfrm>
          <a:prstGeom prst="ellipse">
            <a:avLst/>
          </a:prstGeom>
          <a:solidFill>
            <a:srgbClr val="FF5010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30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1572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 Robot State to Enabled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41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moves yet — there's no motor. That's Lesson 1.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 · ORIENTATION · OPMODE TRACK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tmp/claude-0/-home-user-BasicRobotLessons/2acb544a-cfde-5b39-af16-8514142d362c/scratchpad/slides/v3-lesson0/assets/commentdot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YOUR FIRST CHANGE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hello, and watch it show up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49224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82142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82142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82142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806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System.out.println(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"Hello from Team 5010! " +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"Teleop started.");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40080" y="4069080"/>
            <a:ext cx="6492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 runs once — the instant the opmode is enabled. periodic() would print this fifty times a second and flood your terminal.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7360920" y="160020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763524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THINGS, ONE LINE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635240" y="2331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call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7635240" y="273405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println(...) asks a method to run.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7635240" y="3502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7635240" y="390448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 "quotes" — literal text.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7635240" y="46725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Semicolon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7635240" y="507492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every statement, no exceptions.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 · ORIENTATION · OPMODE TRACK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tmp/claude-0/-home-user-BasicRobotLessons/2acb544a-cfde-5b39-af16-8514142d362c/scratchpad/slides/v3-lesson0/asset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86384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371600" y="1417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B8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learning happens when you have to think, not when you're copying the walkthrough. Don't skip these.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525780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8" name="Shape 5"/>
          <p:cNvSpPr/>
          <p:nvPr/>
        </p:nvSpPr>
        <p:spPr>
          <a:xfrm>
            <a:off x="960120" y="2560320"/>
            <a:ext cx="548640" cy="54864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9" name="Text 6"/>
          <p:cNvSpPr/>
          <p:nvPr/>
        </p:nvSpPr>
        <p:spPr>
          <a:xfrm>
            <a:off x="96012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960120" y="33375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MyAuto a start()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60120" y="4206240"/>
            <a:ext cx="4617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have one yet — add it, matching the shape MyTeleop's already has, and print a different message. Confirm it only shows up when you've picked My Auto.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26480" y="2240280"/>
            <a:ext cx="525780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13" name="Shape 10"/>
          <p:cNvSpPr/>
          <p:nvPr/>
        </p:nvSpPr>
        <p:spPr>
          <a:xfrm>
            <a:off x="6446520" y="2560320"/>
            <a:ext cx="548640" cy="54864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4" name="Text 11"/>
          <p:cNvSpPr/>
          <p:nvPr/>
        </p:nvSpPr>
        <p:spPr>
          <a:xfrm>
            <a:off x="644652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446520" y="3337560"/>
            <a:ext cx="4617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on purpose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446520" y="4206240"/>
            <a:ext cx="4617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 semicolon and run ./gradlew build. Read the error carefully — note the file and line it names. Then put the semicolon back.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 · ORIENTATION · OPMODE TRACK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tmp/claude-0/-home-user-BasicRobotLessons/2acb544a-cfde-5b39-af16-8514142d362c/scratchpad/slides/v3-lesson0/asset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picture to carry forward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live in packages, same as always.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classes are opmodes, tagged with an annotation like @Teleop so the framework can find and offer them by name.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opmode is picked, its periodic() ticks ~50 times a second — that's still the heartbeat.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49377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code the heartbeat drives is now a runtime choice, not baked into one class.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motor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drive motor with a button — objects, fields, and constructors.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tmp/claude-0/-home-user-BasicRobotLessons/2acb544a-cfde-5b39-af16-8514142d362c/scratchpad/slides/v3-lesson0/asset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 · ORIENTATION · OPMODE TRACK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 — Orientation (OpMode Track)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2026-08-22T14:28:19Z</dcterms:created>
  <dcterms:modified xsi:type="dcterms:W3CDTF">2026-08-22T14:28:19Z</dcterms:modified>
</cp:coreProperties>
</file>