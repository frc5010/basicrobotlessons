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very first lesson — before this, students have a template project that builds but does nothing recognizable yet. Frame the whole lesson as three moves: understand the boot sequence, run it once with nothing changed, then make one real edit and watch the robot respond.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the template building in simulation, see how the pieces fit together, and make the first code change — printing a message the moment teleop wakes up. Half of what's on screen (Main.java, the annotation machinery) won't matter for a while, and that's fine to say out loud — the goal today is the picture, not full understanding of every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totally normal to find unfamiliar — half of it won't matter for a while. Read the comments once, let the picture settle (boot, then hand off to whichever opmode is picked), and keep going. Robot.java boots the framework and students will rarely touch it; MyTeleop.java and MyAuto.java are what the robot does when driven vs. left to run itself in autonomous.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a package declaration. Packages keep class names from colliding across libraries — if two vendors both shipped a Timer class, packages are how you'd tell them apart. Here the packages just mirror the folder structure: first.robot is the folder first/robot, opmodes live in first.robot.opmode. Below the package line, every file defines a class — a blueprint. Robot is the class the whole program boots from; MyTeleop and MyAuto are opmodes, and every mechanism or command written from Lesson 1 on gets its own class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Inside a class, the code that actually runs lives in methods — named blocks of code that do something. Five methods, all currently empty, each named after the moment it fires. The one to focus on today is periodic() — the others get met as they're needed. Like every method WPILib calls, you don't call periodic() yourself; the framework does, on its own schedule. @Override next to it means what it always will in this course: "yes, I know this method already has a meaning; I'm supplying my own."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@Teleop sitting above the whole class is a different kind of thing: an annotation — a tag that tells the framework something about the class underneath it, without being a method or a field itself. It says "this is a piece of robot behavior a human can pick on the Driver Station, and call it My Teleop unless told otherwise." MyAuto.java has the same idea with @Autonomous instead. Neither annotation runs any code by itself — it's a label the framework reads before the code ever executes. This is the biggest mental shift in the lesson, worth saying plainly: you don't write one robot program that runs top to bottom. You write several small ones — opmodes — and something else decides which one is running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opmode is a named, selectable chunk of robot behavior. MyTeleop and MyAuto are both opmodes, and a human picks one by name on the Driver Station before anything in it runs. Once picked and enabled, its periodic() method runs about 50 times a second, forever, until something else is picked or the robot disables. Each run is a tick — the heartbeat, same idea as always: a fast loop, ticking away, doing a little work each time. You never write while (true) yourself; the framework is the loop, and you plug things into it. If students take one thing from this lesson, it's this picture, with one layer added: which piece of code the framework is ticking depends on what's selected.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click the WPILib icon in VS Code's left sidebar (or Ctrl+Shift+P → WPILib: Simulate Robot Code), or run ./gradlew simulateJava from the project folder in PowerShell. The very first run downloads a pile of dependencies and can take several minutes — grab a drink, this is normal, not broken. When the build finishes, VS Code asks about Sim GUI vs. Real Driverstation — Sim GUI is correct for now. Nothing moves once enabled, because there's no motor yet — that's Lesson 1, worth saying so nobody thinks something's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start() runs exactly once — the instant the opmode goes from disabled to enabled. That makes it a better home for a one-time message than periodic(), which would print the same line fifty times a second and flood the terminal. Three things worth naming in this one line: System.out.println(...) is a method call — asking a method to run and handing it something in the parentheses. The stuff in double quotes is a String, Java's word for a chunk of literal text. And the whole line ends in a semicolon — every statement in Java does, and forgetting it is the number-one beginner compile error, better met now than later. Run the simulator again, pick My Teleop, flip to Enabled, and the message should be sitting right there in the terminal — the robot just changed what it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let these get skipped — most of the actual learning happens when a student has to think, not when copying code out of the walkthrough. First, MyAuto.java doesn't have a start() method yet — add one matching MyTeleop's shape, print a different message, and confirm it only shows up when My Auto is picked, not My Teleop. Second, break it on purpose: delete a semicolon, run ./gradlew build, and read the error carefully — note the file and line number it names. Reading compiler errors is a real skill, and the sooner students are comfortable with them the better. Put the semicolon back when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robot program here is a stack of classes in packages, same as always — but now some of those classes are opmodes, tagged with an annotation like @Teleop so the framework can find them and offer them by name on the Driver Station. Whichever opmode gets picked is the one whose periodic() starts ticking about 50 times a second — that's still the heartbeat everything else in this course hangs off, just with one more layer: which piece of code the heartbeat is driving is now a choice made at runtime, not baked into a single class. That's plenty for one sitting.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5" name="Image 5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45262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40080" y="370332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23317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46520" y="3703320"/>
            <a:ext cx="4800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931920"/>
          </a:xfrm>
          <a:prstGeom prst="roundRect">
            <a:avLst>
              <a:gd name="adj" fmla="val 279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07492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90372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903720" y="2331720"/>
            <a:ext cx="43434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903720" y="3893820"/>
            <a:ext cx="4343400" cy="168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47091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4" name="Image 1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20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an opmode is what decides which code the heartbeat drives — that choice happens when you select one, not when you write its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560320"/>
          </a:xfrm>
          <a:prstGeom prst="roundRect">
            <a:avLst>
              <a:gd name="adj" fmla="val 428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806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MyTeleop.java, find start() and drop this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806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6492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60020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7804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53796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lives inside a package.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Picking an opmode is what decides which code the heartbeat drives.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2026-08-25T23:07:10Z</dcterms:created>
  <dcterms:modified xsi:type="dcterms:W3CDTF">2026-08-25T23:07:10Z</dcterms:modified>
</cp:coreProperties>
</file>