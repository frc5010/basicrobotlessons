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GIT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per lesson, merged into a main that always works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place to be wrong that isn't main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each lesson on its own branch, merge it into main when it runs, and know exactly what to do the day two branches touch the same file.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CONCEPTS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3703320"/>
            <a:ext cx="102412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— a movable label on a commit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switch — creating and moving between branches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Fast-forward vs. a merge commit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conflicts — the markers, and why "pick a side" is wrong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on GitHub — a merge with a conversation attached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rebase — replaying your commits onto a newer base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MENTAL MODEL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branch is a label, not a copy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commit points back at the one before it — your history is a chain.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3150870"/>
            <a:ext cx="4800600" cy="2426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is a sticky note stuck to one commit in that chain. When you commit, Git slides the note forward to the new commit. Creating a branch is instant, no matter how big the project is, because nothing gets copied.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PICTURE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isn't a copy of the project sitting in its own folder.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one folder, one set of files. Switching branches rewrites them to match whatever commit the label points at. Kept Robot_v2_FINAL_real.java next to Robot.java before? A branch replaces that habit.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branch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START A LESSON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branch, every lesson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0876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550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562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574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09928"/>
            <a:ext cx="10195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-c lesson-01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Switched to a new branch 'lesson-01'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 the lesson, commit as you go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"Lesson 1: spin a motor"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lesson-01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main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4389120"/>
            <a:ext cx="10881360" cy="1920240"/>
          </a:xfrm>
          <a:prstGeom prst="roundRect">
            <a:avLst>
              <a:gd name="adj" fmla="val 4762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68680" y="4617720"/>
            <a:ext cx="1042416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switch -c creates the branch and moves you onto it in one step.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868680" y="5179695"/>
            <a:ext cx="10424160" cy="901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changes yet — main and lesson-01 point at the same commit until you commit. The * in git branch's output marks the one you're standing on.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ressarrows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MERGE IT BACK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lesson joins main once it runs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651760"/>
          </a:xfrm>
          <a:prstGeom prst="roundRect">
            <a:avLst>
              <a:gd name="adj" fmla="val 413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664208"/>
            <a:ext cx="10195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main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lesson-01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Fast-forward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Constants.java | 4 +++-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file changed, 3 insertions(+), 1 deletion(-)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branch -d lesson-01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Deleted branch lesson-01 (was 79bf90a).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429768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572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hadn't moved, so merging slides its label forward — no new commit needed. Deleting the branch only removes the label; Git refuses if it hasn't actually merged, so it's a free safety check.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exclamationtriang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SAME FILE, TWO BRANCHES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Git refuses to guess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41732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18 adds an elevator, Lesson 20 adds an arm — both add a constants block to Constants.java. Merge the first, then the second: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640080" y="228600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1210544" y="24323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6334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0" name="Shape 7"/>
          <p:cNvSpPr/>
          <p:nvPr/>
        </p:nvSpPr>
        <p:spPr>
          <a:xfrm>
            <a:off x="11210544" y="28346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2487168"/>
            <a:ext cx="10195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merge lesson-20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Auto-merging Constants.java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CONFLICT (content): Merge conflict in Constants.java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Automatic merge failed; fix conflicts and then commit the result.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43484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4663440"/>
            <a:ext cx="1042416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conflict isn't an error — it's Git flagging two edits close enough together that it won't guess. Both edits are safe; it's holding them for you.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eckcirc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RESOLVING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answer is almost never "pick a side"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3291840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Constants.java — this is what Git wrote into it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class Constants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HEAD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class ElevatorConstants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double kElevatorKG = 0.18;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static class ArmConstants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static final double kArmKG = 0.25;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lesson-20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8006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9834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elevator and the arm — both belong in the robot. Edit until both blocks remain and the markers are gone. Most conflicts here are two additions landing close together — keep both, don't choose.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ithu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ON GITHUB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pull request is a merge with a conversation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-u origin lesson-20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301752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 links your branch to GitHub, once — after that, plain push and pull know where to go.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44652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offers to open a pull request: a description, a diff, a comment thread.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644652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Merging the PR merges the branch on GitHub — your laptop doesn't know yet.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switch main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pull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main matches GitHub, so your next branch starts from the current, agreed-on state.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histo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WHEN MERGE ISN'T WHAT YOU WANT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replays your commits on a newer base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949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241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7241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7241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switch lesson-21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rebase main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Auto-merging Constants.java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CONFLICT (content): Merge conflict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Constants.java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6537960" y="1810512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GENUINELY CONFUSING TWIST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537960" y="2286000"/>
            <a:ext cx="4709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is main here, not you — rebase already moved you onto main and replays your commit as the incoming side.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4023360"/>
            <a:ext cx="10881360" cy="2331720"/>
          </a:xfrm>
          <a:prstGeom prst="roundRect">
            <a:avLst>
              <a:gd name="adj" fmla="val 4706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914400" y="42062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it the same way — edit, keep both, git add, then git rebase --continue. Notice the commit hash changes when it's done.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914400" y="50749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rebase commits you've already pushed and someone else has pulled — the rewritten hashes leave anyone who has the old ones with a history that disagrees with yours.</a:t>
            </a:r>
            <a:endParaRPr lang="en-US" sz="21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SO WHICH DO I USE?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to update, merge to deliver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REBASE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your own in-progress branch onto a newer main.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because nobody else has your commits yet. It keeps your history a straight, readable line instead of a knot of bookkeeping merges.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1" name="Text 8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46520" y="2331720"/>
            <a:ext cx="48006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 a finished branch into main.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46520" y="3258820"/>
            <a:ext cx="4800600" cy="2319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the honest fact that two pieces of work happened independently and came together — exactly the diamond a merged conflict leaves behind.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 a conflict on purpose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branches off main change the same line. Merge the first, then the second — read the markers first.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abort one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git merge --abort at the conflict instead of resolving. Confirm nothing happened.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the same scenario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it up again, but rebase instead of merging. Compare the graph to what merging gave you.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a real lesson on a branch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-c, work, commit, merge, delete the branch. Push it and open a pull request first.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label, not a copy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branch is a label on a commit — free to create, instant to switch.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loop: switch -c → work → commit → switch main → merge → branch -d.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conflict is Git refusing to guess, not Git breaking — read HEAD and the incoming side, and keep both when in doubt.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525780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rebase replays commits onto a newer base; merge records that two lines of work joined. Rebase your own; merge what's shared.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2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START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0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robot and print a message.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BRANCHES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Branches — Working with Git</dc:title>
  <dc:subject>PptxGenJS Presentation</dc:subject>
  <dc:creator>Learn Java + Robot Programming</dc:creator>
  <cp:lastModifiedBy>Learn Java + Robot Programming</cp:lastModifiedBy>
  <cp:revision>1</cp:revision>
  <dcterms:created xsi:type="dcterms:W3CDTF">2026-08-23T17:40:40Z</dcterms:created>
  <dcterms:modified xsi:type="dcterms:W3CDTF">2026-08-23T17:40:40Z</dcterms:modified>
</cp:coreProperties>
</file>