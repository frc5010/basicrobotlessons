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asicRobotLessons/docs/presentations/v3/template/assets/logo/team5010-logo-on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1215" y="3834811"/>
            <a:ext cx="3291840" cy="25659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777240" y="1874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GIT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2331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Branches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777240" y="36118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per lesson, merged into a main that always works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724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89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WPILib 2027 Alpha  ·  Commands V3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place to be wrong that isn't main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F3F6FA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173736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i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each lesson on its own branch, merge it into main when it runs, and know exactly what to do the day two branches touch the same file.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85800" y="3703320"/>
            <a:ext cx="10241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— a movable label on a commit</a:t>
            </a:r>
            <a:endParaRPr lang="en-US" sz="20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switch — creating and moving between branches</a:t>
            </a:r>
            <a:endParaRPr lang="en-US" sz="20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Fast-forward vs. a merge commit</a:t>
            </a:r>
            <a:endParaRPr lang="en-US" sz="20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conflicts — the markers, and why "pick a side" is wrong</a:t>
            </a:r>
            <a:endParaRPr lang="en-US" sz="20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on GitHub — a merge with a conversation attached</a:t>
            </a:r>
            <a:endParaRPr lang="en-US" sz="20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rebase — replaying your commits onto a newer base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BRANCHES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pic>
        <p:nvPicPr>
          <p:cNvPr id="12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THE MENTAL MODEL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branch is a label, not a copy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349240" cy="4251960"/>
          </a:xfrm>
          <a:prstGeom prst="roundRect">
            <a:avLst>
              <a:gd name="adj" fmla="val 2151"/>
            </a:avLst>
          </a:prstGeom>
          <a:solidFill>
            <a:srgbClr val="F3F6FA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874520"/>
            <a:ext cx="4800600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commit points back at the one before it — your history is a chain.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3150870"/>
            <a:ext cx="4800600" cy="242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is a sticky note stuck to one commit in that chain. When you commit, Git slides the note forward to the new commit. Creating a branch is instant, no matter how big the project is, because nothing gets copied.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349240" cy="4251960"/>
          </a:xfrm>
          <a:prstGeom prst="roundRect">
            <a:avLst>
              <a:gd name="adj" fmla="val 2151"/>
            </a:avLst>
          </a:prstGeom>
          <a:solidFill>
            <a:srgbClr val="0B1F3A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PICTURE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46520" y="2331720"/>
            <a:ext cx="4800600" cy="92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isn't a copy of the project sitting in its own folder.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46520" y="3258820"/>
            <a:ext cx="4800600" cy="231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one folder, one set of files. Switching branches rewrites them to match whatever commit the label points at. Kept Robot_v2_FINAL_real.java next to Robot.java before? A branch replaces that habit.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BRANCHES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pic>
        <p:nvPicPr>
          <p:cNvPr id="15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codebran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START A LESSON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new branch, every lesson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508760"/>
            <a:ext cx="10881360" cy="2743200"/>
          </a:xfrm>
          <a:prstGeom prst="roundRect">
            <a:avLst>
              <a:gd name="adj" fmla="val 40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65506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85623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205740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709928"/>
            <a:ext cx="10195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lesson-01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Switched to a new branch 'lesson-01'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 the lesson, commit as you go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"Lesson 1: spin a motor"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lesson-01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4389120"/>
            <a:ext cx="10881360" cy="1920240"/>
          </a:xfrm>
          <a:prstGeom prst="roundRect">
            <a:avLst>
              <a:gd name="adj" fmla="val 4762"/>
            </a:avLst>
          </a:prstGeom>
          <a:solidFill>
            <a:srgbClr val="F3F6FA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617720"/>
            <a:ext cx="1042416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-c creates the branch and moves you onto it in one step.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868680" y="5179695"/>
            <a:ext cx="10424160" cy="901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changes yet — main and lesson-01 point at the same commit until you commit. The * in git branch's output marks the one you're standing on.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BRANCHES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pic>
        <p:nvPicPr>
          <p:cNvPr id="16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compressarrowsa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MERGE IT BACK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lesson joins main once it runs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10881360" cy="2651760"/>
          </a:xfrm>
          <a:prstGeom prst="roundRect">
            <a:avLst>
              <a:gd name="adj" fmla="val 4138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60934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81051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201168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664208"/>
            <a:ext cx="10195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lesson-01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Fast-forward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Constants.java | 4 +++-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file changed, 3 insertions(+), 1 deletion(-)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lesson-01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Deleted branch lesson-01 (was 79bf90a).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429768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F3F6FA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5720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hadn't moved, so merging slides its label forward — no new commit needed. Deleting the branch only removes the label; Git refuses if it hasn't actually merged, so it's a free safety check.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BRANCHES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pic>
        <p:nvPicPr>
          <p:cNvPr id="15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exclamationtriang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SAME FILE, TWO BRANCHES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Git refuses to guess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18 adds an elevator, Lesson 20 adds an arm — both add a constants block to Constants.java. Merge the first, then the second: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10881360" cy="1920240"/>
          </a:xfrm>
          <a:prstGeom prst="roundRect">
            <a:avLst>
              <a:gd name="adj" fmla="val 5714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1210544" y="24323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263347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Shape 7"/>
          <p:cNvSpPr/>
          <p:nvPr/>
        </p:nvSpPr>
        <p:spPr>
          <a:xfrm>
            <a:off x="11210544" y="28346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487168"/>
            <a:ext cx="10195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lesson-20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Auto-merging Constants.java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 (content): Merge conflict in Constants.java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Automatic merge failed; fix conflicts and then commit the result.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443484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3F6FA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4663440"/>
            <a:ext cx="1042416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conflict isn't an error — it's Git flagging two edits close enough together that it won't guess. Both edits are safe; it's holding them for you.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BRANCHES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pic>
        <p:nvPicPr>
          <p:cNvPr id="16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check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RESOLVING IT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answer is almost never "pick a side"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10881360" cy="3291840"/>
          </a:xfrm>
          <a:prstGeom prst="roundRect">
            <a:avLst>
              <a:gd name="adj" fmla="val 3333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5179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71907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19202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49961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Constants.java — this is what Git wrote into it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828800"/>
            <a:ext cx="1019556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final class Constants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class ElevatorConstants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final double kElevatorKG = 0.18;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class ArmConstants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final double kArmKG = 0.25;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lesson-20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4800600"/>
            <a:ext cx="10881360" cy="160020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498348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the elevator and the arm — both belong in the robot. Edit until both blocks remain and the markers are gone. Most conflicts here are two additions landing close together — keep both, don't choose.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BRANCHES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pic>
        <p:nvPicPr>
          <p:cNvPr id="16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check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RESOLVING IT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Markers gone, both blocks kept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10881360" cy="2926080"/>
          </a:xfrm>
          <a:prstGeom prst="roundRect">
            <a:avLst>
              <a:gd name="adj" fmla="val 375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5179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71907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19202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49961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file until it says what you want, markers and all removed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828800"/>
            <a:ext cx="101955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final class Constants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class ElevatorConstants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final double kElevatorKG = 0.18;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class ArmConstants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final double kArmKG = 0.25;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443484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1210544" y="458114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Shape 11"/>
          <p:cNvSpPr/>
          <p:nvPr/>
        </p:nvSpPr>
        <p:spPr>
          <a:xfrm>
            <a:off x="11210544" y="478231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5" name="Shape 12"/>
          <p:cNvSpPr/>
          <p:nvPr/>
        </p:nvSpPr>
        <p:spPr>
          <a:xfrm>
            <a:off x="11210544" y="498348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56285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Git you've resolved it, and finish the merge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4400" y="4892040"/>
            <a:ext cx="10195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Constants.java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BRANCHES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pic>
        <p:nvPicPr>
          <p:cNvPr id="20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githu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ON GITHUB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pull request is a merge with a conversation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41264" y="17465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5541264" y="194767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5541264" y="21488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80136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lesson-20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301752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 links your branch to GitHub, once — after that, plain push and pull know where to go.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172200" y="1600200"/>
            <a:ext cx="5349240" cy="4251960"/>
          </a:xfrm>
          <a:prstGeom prst="roundRect">
            <a:avLst>
              <a:gd name="adj" fmla="val 2151"/>
            </a:avLst>
          </a:prstGeom>
          <a:solidFill>
            <a:srgbClr val="F3F6FA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1874520"/>
            <a:ext cx="4800600" cy="1228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offers to open a pull request: a description, a diff, a comment thread.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446520" y="3103245"/>
            <a:ext cx="4800600" cy="2474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the PR merges the branch on GitHub — your laptop doesn't know yet.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switch main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main matches GitHub, so your next branch starts from the current, agreed-on state.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BRANCHES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pic>
        <p:nvPicPr>
          <p:cNvPr id="17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FF5010"/>
          </a:solidFill>
          <a:ln/>
        </p:spPr>
      </p:sp>
      <p:pic>
        <p:nvPicPr>
          <p:cNvPr id="3" name="Image 0" descr="/home/user/BasicRobotLessons/docs/presentations/v3/template/assets/icons/hist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WHEN MERGE ISN'T WHAT YOU WANT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rebase replays your commits on a newer base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24144" y="17465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5724144" y="194767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5724144" y="21488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801368"/>
            <a:ext cx="4709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lesson-21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main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Auto-merging Constants.java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 (content): Merge conflict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Constants.java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600200"/>
            <a:ext cx="5257800" cy="2286000"/>
          </a:xfrm>
          <a:prstGeom prst="roundRect">
            <a:avLst>
              <a:gd name="adj" fmla="val 4800"/>
            </a:avLst>
          </a:prstGeom>
          <a:solidFill>
            <a:srgbClr val="132A4C"/>
          </a:solidFill>
          <a:ln/>
        </p:spPr>
      </p:sp>
      <p:sp>
        <p:nvSpPr>
          <p:cNvPr id="12" name="Text 9"/>
          <p:cNvSpPr/>
          <p:nvPr/>
        </p:nvSpPr>
        <p:spPr>
          <a:xfrm>
            <a:off x="6537960" y="18105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GENUINELY CONFUSING TWIST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537960" y="2286000"/>
            <a:ext cx="4709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is main here, not you — rebase already moved you onto main and replays your commit as the incoming side.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40080" y="4023360"/>
            <a:ext cx="10881360" cy="2331720"/>
          </a:xfrm>
          <a:prstGeom prst="roundRect">
            <a:avLst>
              <a:gd name="adj" fmla="val 4706"/>
            </a:avLst>
          </a:prstGeom>
          <a:solidFill>
            <a:srgbClr val="132A4C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42062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it the same way — edit, keep both, git add, then git rebase --continue. Notice the commit hash changes when it's done.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914400" y="507492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i="1" dirty="0">
                <a:solidFill>
                  <a:srgbClr val="FF50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rebase commits you've already pushed and someone else has pulled — the rewritten hashes leave anyone who has the old ones with a history that disagrees with yours.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BRANCHES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pic>
        <p:nvPicPr>
          <p:cNvPr id="19" name="Image 1" descr="/home/user/BasicRobotLessons/docs/presentations/v3/template/assets/logo/team5010-logo-on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hist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WHAT A REBASE CONFLICT LOOKS LIKE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is main here — read the labels, not the positions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10881360" cy="3017520"/>
          </a:xfrm>
          <a:prstGeom prst="roundRect">
            <a:avLst>
              <a:gd name="adj" fmla="val 3636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42646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62763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182880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40817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markers look identical to §4's, with one genuinely confusing twist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737360"/>
            <a:ext cx="1019556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final class Constants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class DriveConstants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final int kFrontLeftDriveId = 1;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final double kTranslationP = 1.0;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final double kHomingVolts = -1.0;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5adaa87 (Lesson 21 complete)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4389120"/>
            <a:ext cx="10881360" cy="1965960"/>
          </a:xfrm>
          <a:prstGeom prst="roundRect">
            <a:avLst>
              <a:gd name="adj" fmla="val 4651"/>
            </a:avLst>
          </a:prstGeom>
          <a:solidFill>
            <a:srgbClr val="F3F6FA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663440"/>
            <a:ext cx="1033272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is main — that's backwards from a merge.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14400" y="5209540"/>
            <a:ext cx="10332720" cy="871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 already moved you onto main, replaying your commit as the incoming change. The bottom half is your work. Resolve the same way: edit, keep both, git add, git rebase --continue.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BRANCHES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pic>
        <p:nvPicPr>
          <p:cNvPr id="17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light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SO WHICH DO I USE?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Rebase to update, merge to deliver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349240" cy="4251960"/>
          </a:xfrm>
          <a:prstGeom prst="roundRect">
            <a:avLst>
              <a:gd name="adj" fmla="val 2151"/>
            </a:avLst>
          </a:prstGeom>
          <a:solidFill>
            <a:srgbClr val="F3F6FA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331720"/>
            <a:ext cx="4800600" cy="92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your own in-progress branch onto a newer main.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3258820"/>
            <a:ext cx="4800600" cy="231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because nobody else has your commits yet. It keeps your history a straight, readable line instead of a knot of bookkeeping merges.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172200" y="1600200"/>
            <a:ext cx="5349240" cy="4251960"/>
          </a:xfrm>
          <a:prstGeom prst="roundRect">
            <a:avLst>
              <a:gd name="adj" fmla="val 2151"/>
            </a:avLst>
          </a:prstGeom>
          <a:solidFill>
            <a:srgbClr val="0B1F3A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46520" y="2331720"/>
            <a:ext cx="4800600" cy="92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 a finished branch into main.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446520" y="3258820"/>
            <a:ext cx="4800600" cy="231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the honest fact that two pieces of work happened independently and came together — exactly the diamond a merged conflict leaves behind.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BRANCHES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pic>
        <p:nvPicPr>
          <p:cNvPr id="16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FF5010"/>
          </a:solidFill>
          <a:ln/>
        </p:spPr>
      </p:sp>
      <p:pic>
        <p:nvPicPr>
          <p:cNvPr id="3" name="Image 0" descr="/home/user/BasicRobotLessons/docs/presentations/v3/template/assets/icons/clipboard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MOVE 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132A4C"/>
          </a:solidFill>
          <a:ln/>
        </p:spPr>
      </p:sp>
      <p:sp>
        <p:nvSpPr>
          <p:cNvPr id="7" name="Shape 4"/>
          <p:cNvSpPr/>
          <p:nvPr/>
        </p:nvSpPr>
        <p:spPr>
          <a:xfrm>
            <a:off x="960120" y="169164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00200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 a conflict on purpose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60120" y="22860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branches off main change the same line. Merge the first, then the second — read the markers first.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217920" y="146304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132A4C"/>
          </a:solidFill>
          <a:ln/>
        </p:spPr>
      </p:sp>
      <p:sp>
        <p:nvSpPr>
          <p:cNvPr id="12" name="Shape 9"/>
          <p:cNvSpPr/>
          <p:nvPr/>
        </p:nvSpPr>
        <p:spPr>
          <a:xfrm>
            <a:off x="6537960" y="169164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3" name="Text 10"/>
          <p:cNvSpPr/>
          <p:nvPr/>
        </p:nvSpPr>
        <p:spPr>
          <a:xfrm>
            <a:off x="6537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178040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abort one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537960" y="22860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 merge --abort at the conflict instead of resolving. Confirm nothing happened.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40080" y="402336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132A4C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425196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600200" y="4251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Rebase the same scenario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60120" y="48463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up again, but rebase instead of merging. Compare the graph to what merging gave you.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217920" y="402336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132A4C"/>
          </a:solidFill>
          <a:ln/>
        </p:spPr>
      </p:sp>
      <p:sp>
        <p:nvSpPr>
          <p:cNvPr id="22" name="Shape 19"/>
          <p:cNvSpPr/>
          <p:nvPr/>
        </p:nvSpPr>
        <p:spPr>
          <a:xfrm>
            <a:off x="6537960" y="425196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3" name="Text 20"/>
          <p:cNvSpPr/>
          <p:nvPr/>
        </p:nvSpPr>
        <p:spPr>
          <a:xfrm>
            <a:off x="65379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178040" y="4251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a real lesson on a branch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537960" y="48463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-c, work, commit, merge, delete the branch. Push it and open a pull request first.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BRANCHES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  <p:pic>
        <p:nvPicPr>
          <p:cNvPr id="28" name="Image 1" descr="/home/user/BasicRobotLessons/docs/presentations/v3/template/assets/logo/team5010-logo-on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graduationc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LEARNED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label, not a copy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6309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is a label on a commit — free to create, instant to switch.</a:t>
            </a:r>
            <a:endParaRPr lang="en-US" sz="2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loop: switch -c → work → commit → switch main → merge → branch -d.</a:t>
            </a:r>
            <a:endParaRPr lang="en-US" sz="2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conflict is Git refusing to guess, not Git breaking — read HEAD and the incoming side, and keep both when in doubt.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40080" y="5257800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5B6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rebase replays commits onto a newer base; merge records that two lines of work joined. Rebase your own; merge what's shared.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269480" y="1600200"/>
            <a:ext cx="4297680" cy="4434840"/>
          </a:xfrm>
          <a:prstGeom prst="roundRect">
            <a:avLst>
              <a:gd name="adj" fmla="val 2553"/>
            </a:avLst>
          </a:prstGeom>
          <a:solidFill>
            <a:srgbClr val="0B1F3A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2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START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589520" y="2331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50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589520" y="2834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589520" y="34747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robot and print a message.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589520" y="5120640"/>
            <a:ext cx="502920" cy="502920"/>
          </a:xfrm>
          <a:prstGeom prst="ellipse">
            <a:avLst/>
          </a:prstGeom>
          <a:solidFill>
            <a:srgbClr val="1B9AAA"/>
          </a:solidFill>
          <a:ln/>
        </p:spPr>
      </p:sp>
      <p:pic>
        <p:nvPicPr>
          <p:cNvPr id="14" name="Image 1" descr="/home/user/BasicRobotLessons/docs/presentations/v3/template/assets/icons/arrowr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5239512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BRANCHES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</p:txBody>
      </p:sp>
      <p:pic>
        <p:nvPicPr>
          <p:cNvPr id="17" name="Image 2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Branches — Working with Git</dc:title>
  <dc:subject>PptxGenJS Presentation</dc:subject>
  <dc:creator>Learn Java + Robot Programming</dc:creator>
  <cp:lastModifiedBy>Learn Java + Robot Programming</cp:lastModifiedBy>
  <cp:revision>1</cp:revision>
  <dcterms:created xsi:type="dcterms:W3CDTF">2026-09-17T14:12:18Z</dcterms:created>
  <dcterms:modified xsi:type="dcterms:W3CDTF">2026-09-17T14:12:18Z</dcterms:modified>
</cp:coreProperties>
</file>