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6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Distance &amp; Commands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 an exact distance, then stop on your own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command that finishes on its own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motor rotations into meters, then build a command that drives a set distance and stops — your first command that finishes.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21868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conversion with named constants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coroutine body that runs out, not forever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endings: finished vs. canceled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10896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ruler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2186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 ratio and wheel circumference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Resetting the encoder for a relative distance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command's finish condition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DISTANCE &amp; COMMANDS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rule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CONSTANTS.JAVA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hardware facts become named constants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3063240"/>
          </a:xfrm>
          <a:prstGeom prst="roundRect">
            <a:avLst>
              <a:gd name="adj" fmla="val 358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DriveConstants in Constants.java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final class DriveConstants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static final int kDriveMotorPort = 1;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...kSteerMotorPort, kCancoderPort stay...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static final double kDriveGearRatio = 6.75;        // rotor : wheel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static final double kWheelDiameterMeters = 0.1016; // 4 inch wheel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static final double kWheelCircumferenceMeters =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Math.PI * kWheelDiameterMeters;                      // ≈ 0.319 m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4846320"/>
            <a:ext cx="10881360" cy="1554480"/>
          </a:xfrm>
          <a:prstGeom prst="roundRect">
            <a:avLst>
              <a:gd name="adj" fmla="val 5882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50292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kWheelCircumferenceMeters is computed from kWheelDiameterMeters — constants can be built from other constants, and letting Java multiply beats typing a rounded decimal.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DISTANCE &amp; COMMANDS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Rotor turns ÷ gear ratio × circumference = meters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377440"/>
          </a:xfrm>
          <a:prstGeom prst="roundRect">
            <a:avLst>
              <a:gd name="adj" fmla="val 4615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DriveModule, with your other public methods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How far this module's wheel has driven, in meters, since the last reset. */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double getDistanceMeters() {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rotorRotations = m_driveMotor.getPosition().getValue().in(Rotations);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wheelRotations = rotorRotations / DriveConstants.kDriveGearRatio;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wheelRotations * DriveConstants.kWheelCircumferenceMeters;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4114800"/>
            <a:ext cx="10881360" cy="2286000"/>
          </a:xfrm>
          <a:prstGeom prst="roundRect">
            <a:avLst>
              <a:gd name="adj" fmla="val 4000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38912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it as a pipeline.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966970"/>
            <a:ext cx="10332720" cy="1159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Rotor turns ÷ gear ratio = wheel turns; wheel turns × circumference = meters. Name the constants, and swapping modules next season means changing one line in Constants.java.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DISTANCE &amp; COMMANDS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sim needs to learn the gearbox too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10881360" cy="2103120"/>
          </a:xfrm>
          <a:prstGeom prst="roundRect">
            <a:avLst>
              <a:gd name="adj" fmla="val 521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007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019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031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68249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m_driveModel field in DriveModule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11680"/>
            <a:ext cx="1019556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DCMotorSim m_driveModel =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DCMotorSim(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Models.singleJointedArmFromPhysicalConstants(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DCMotor.getKrakenX60(1), 0.025, DriveConstants.kDriveGearRatio),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DCMotor.getKrakenX60(1));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3840480"/>
            <a:ext cx="10881360" cy="2560320"/>
          </a:xfrm>
          <a:prstGeom prst="roundRect">
            <a:avLst>
              <a:gd name="adj" fmla="val 357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114800"/>
            <a:ext cx="1033272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encoder still lives on the rotor — gearbox or not.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914400" y="4676775"/>
            <a:ext cx="10332720" cy="1449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DCMotorSim now reports wheel-side motion, so simulatePeriodic() has to multiply back by the gear ratio before writing the fake rotor encoder — on top of the radians-to-rotations fix from Lesson 4.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DISTANCE &amp; COMMANDS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flagcheckere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A NEW KIND OF COMMAND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 so far has run forever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driveAtSpeed, driveWithJoystick, steerToAngle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914400" y="27432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them ever finish. They park or loop forever, and run until something else kills them — a button release, a rival command.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9164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32A4C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9202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"Drive exactly one meter" is different.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446520" y="27432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command is the only thing that knows when the job is done — so it has to decide, for itself, when to end. Leave out coroutine.park() and once the body's last line runs, the command finishes right along with it.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DISTANCE &amp; COMMANDS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up, work, wait for done, clean up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3794760"/>
          </a:xfrm>
          <a:prstGeom prst="roundRect">
            <a:avLst>
              <a:gd name="adj" fmla="val 289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DriveModule, with the other command factories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3136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Drives forward 'meters' at 'speed', then stops. Finishes on its own. */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driveDistance(double meters, double speed)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run(coroutine -&gt;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m_driveMotor.setPosition(0);                              // 1. zero it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m_driveMotor.setThrottle(speed);                          // 2. drive...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coroutine.waitUntil(() -&gt; getDistanceMeters() &gt;= meters); // 3. ...wait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m_driveMotor.setThrottle(0);                              // 4. stop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})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.whenCanceled(() -&gt; m_driveMotor.setThrottle(0))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.named("Drive Distance");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DISTANCE &amp; COMMANDS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lightbul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WHAT WAITUNTIL DOES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Suspend here, checking every tick, until true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COROUTINE.WAITUNTIL(CONDITION)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2331720"/>
            <a:ext cx="480060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Suspends the command right here.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914400" y="2893695"/>
            <a:ext cx="4800600" cy="2684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condition is a lambda that answers true or false, checked every tick — the same trick as Lesson 2's DoubleSupplier, but yes/no instead of a number. Once it's true, the next line runs.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1" name="Text 8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SHAPE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46520" y="2331720"/>
            <a:ext cx="480060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up, work, wait, clean up — one method, four lines.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6446520" y="3227070"/>
            <a:ext cx="4800600" cy="2350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 this, then wait, then do that" is just Java's normal control flow now. No separate decorators needed — you'll write this shape constantly from here on.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DISTANCE &amp; COMMANDS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heckcirc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TWO DIFFERENT ENDINGS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Finished and canceled are genuinely different events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5349240" cy="3291840"/>
          </a:xfrm>
          <a:prstGeom prst="roundRect">
            <a:avLst>
              <a:gd name="adj" fmla="val 3333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659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Finished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914400" y="26060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body ran to the end by itself. Line 4, setThrottle(0), already handled it.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91640"/>
            <a:ext cx="5349240" cy="3291840"/>
          </a:xfrm>
          <a:prstGeom prst="roundRect">
            <a:avLst>
              <a:gd name="adj" fmla="val 3333"/>
            </a:avLst>
          </a:prstGeom>
          <a:solidFill>
            <a:srgbClr val="132A4C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9659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Canceled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46520" y="26060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else took the module away first — the body's own line 4 never gets to run. That's what .whenCanceled(...) is for.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0080" y="5166360"/>
            <a:ext cx="10881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earlier command only had one ending. driveDistance is the first with two doors the motor can sneak out of — miss either cleanup, and it keeps spinning.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DISTANCE &amp; COMMANDS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MYTELEOP.JAVA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D-pad up: drive one meter, then stop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63040"/>
          </a:xfrm>
          <a:prstGeom prst="roundRect">
            <a:avLst>
              <a:gd name="adj" fmla="val 75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MyTeleop's constructor, with the rest of the wiring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Tap D-pad up to drive forward exactly 1 meter, then stop on its own.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robot.driverController.dpadUp().onTrue(robot.module.driveDistance(1.0, 0.4));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640080" y="3337560"/>
            <a:ext cx="10881360" cy="2880360"/>
          </a:xfrm>
          <a:prstGeom prst="roundRect">
            <a:avLst>
              <a:gd name="adj" fmla="val 3175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61188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it, plot DriveModule/DistanceMeters, tap D-pad up.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189730"/>
            <a:ext cx="10332720" cy="1753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trace climbs to 1.0 and flattens as the command stops itself. Change the target to 2.0 and confirm it goes twice as far — a command that accomplishes a goal and reports done, exactly what autonomous routines are made of.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DISTANCE &amp; COMMANDS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Reverse it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driveDistance(1.0, -0.4) never finishes — distance goes negative. Fix the wait condition with Math.abs on both sides.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Ease in with P control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at kP × (meters − getDistanceMeters()) instead of a constant speed — the same pattern, a new quantity.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both endings for real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after waitUntil returns, and print inside .whenCanceled(...). Confirm you only ever see one, never both.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DISTANCE &amp; COMMANDS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3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Units you built, and a command that ends itself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 ratio and wheel circumference turn rotor rotations into meters; setPosition(0) rezeros the encoder for a relative distance.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coroutine body that runs out of lines finishes — no park(), no more code, done. coroutine.waitUntil(condition) is the shape.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and canceled are different events — driveDistance is the first command that needs cleanup written twice.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7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Modules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4747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one module into a real four-corner swerve chassis.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DISTANCE &amp; COMMANDS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6 — Distance &amp; Commands</dc:title>
  <dc:subject>PptxGenJS Presentation</dc:subject>
  <dc:creator>Learn Java + Robot Programming</dc:creator>
  <cp:lastModifiedBy>Learn Java + Robot Programming</cp:lastModifiedBy>
  <cp:revision>1</cp:revision>
  <dcterms:created xsi:type="dcterms:W3CDTF">2026-08-25T00:17:15Z</dcterms:created>
  <dcterms:modified xsi:type="dcterms:W3CDTF">2026-08-25T00:17:15Z</dcterms:modified>
</cp:coreProperties>
</file>