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1215" y="3834811"/>
            <a:ext cx="3291840" cy="256598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2296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777240" y="187452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31520" y="2331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Joystick Control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777240" y="361188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 the motor with a stick, not a button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77240" y="61264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89A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WPILib 2027 Alpha  ·  Commands V3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bullsey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further, spin faster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F3F6FA"/>
          </a:solidFill>
          <a:ln/>
        </p:spPr>
      </p:sp>
      <p:sp>
        <p:nvSpPr>
          <p:cNvPr id="7" name="Text 4"/>
          <p:cNvSpPr/>
          <p:nvPr/>
        </p:nvSpPr>
        <p:spPr>
          <a:xfrm>
            <a:off x="960120" y="1737360"/>
            <a:ext cx="10241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i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 the fixed-speed button with smooth, proportional control from a joystick axis, with a deadband so the motor doesn't creep when the stick is centered.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9" name="Image 1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3218688"/>
            <a:ext cx="237744" cy="23774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3444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JAVA CONCEPTS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and return values, closer look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double, and basic math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Lambdas and suppliers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helper methods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6309360" y="3108960"/>
            <a:ext cx="457200" cy="457200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13" name="Image 2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21868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03720" y="31363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50" kern="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ROBOT CONCEPTS</a:t>
            </a:r>
            <a:endParaRPr lang="en-US" sz="2000" dirty="0"/>
          </a:p>
        </p:txBody>
      </p:sp>
      <p:sp>
        <p:nvSpPr>
          <p:cNvPr id="15" name="Text 10"/>
          <p:cNvSpPr/>
          <p:nvPr/>
        </p:nvSpPr>
        <p:spPr>
          <a:xfrm>
            <a:off x="6355080" y="3675888"/>
            <a:ext cx="52578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 controller axis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commands</a:t>
            </a:r>
            <a:endParaRPr lang="en-US" sz="2000" dirty="0"/>
          </a:p>
          <a:p>
            <a:pPr marL="342900" indent="-3429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Deadband — cleaning up messy input</a:t>
            </a:r>
            <a:endParaRPr lang="en-US" sz="2000" dirty="0"/>
          </a:p>
        </p:txBody>
      </p:sp>
      <p:sp>
        <p:nvSpPr>
          <p:cNvPr id="16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7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pic>
        <p:nvPicPr>
          <p:cNvPr id="18" name="Image 3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 MOVING TARGET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snapshot isn't enough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y = robot.driverController.getLeftY();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40080" y="3063240"/>
            <a:ext cx="10881360" cy="3108960"/>
          </a:xfrm>
          <a:prstGeom prst="roundRect">
            <a:avLst>
              <a:gd name="adj" fmla="val 294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337560"/>
            <a:ext cx="1033272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double you grabbed once is frozen — where the stick was, not where it is.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264660"/>
            <a:ext cx="10332720" cy="1633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axis reports a double from -1.0 to 1.0, centered near 0.0. But the stick changes every moment — what a command needs is something it can ask for the current value on every tick. That's what a supplier is for.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de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LAMBDAS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Code, stored as 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20240"/>
          </a:xfrm>
          <a:prstGeom prst="roundRect">
            <a:avLst>
              <a:gd name="adj" fmla="val 5714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DoubleSupplier stickReader = () -&gt; robot.driverController.getLeftY();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 position = stickReader.getAsDouble();  // runs the stored code now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79476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4069080"/>
            <a:ext cx="10332720" cy="577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lambda is a value, just like 3.7 or a TalonFX object.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914400" y="4646930"/>
            <a:ext cx="10332720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DoubleSupplier is the type for a lambda that takes no arguments and returns a double. Nothing runs when you assign it — calling .getAsDouble() is what runs it, fresh, every time.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filecode_t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DRIVEMODULE.JAVA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command that reads the stick every tick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2834640"/>
          </a:xfrm>
          <a:prstGeom prst="roundRect">
            <a:avLst>
              <a:gd name="adj" fmla="val 3871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Drives continuously using a live speed source (e.g. a joystick axis). */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Command driveWithJoystick(DoubleSupplier speedSupplier)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runRepeatedly(() -&gt;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raw = speedSupplier.getAsDouble();   // fetch fresh value this tick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double speed = applyDeadband(raw, 0.1);     // clean it up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m_driveMotor.setThrottle(speed);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}).named("Drive With Joystick");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470916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822960" y="489204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runRepeatedly(...) runs its lambda once per tick, forever, until canceled — no coroutine.park() needed; the repeating loop itself keeps the command alive.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pic>
        <p:nvPicPr>
          <p:cNvPr id="15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cog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DEADBAND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resting stick should mean a resting motor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035040" cy="2743200"/>
          </a:xfrm>
          <a:prstGeom prst="roundRect">
            <a:avLst>
              <a:gd name="adj" fmla="val 4000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636422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636422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636422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5349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FA8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 0 when |value| is within band, else passes value through. */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double applyDeadband(double value, double band)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(Math.abs(value) &lt; band) {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0.0;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value;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858000" y="1600200"/>
            <a:ext cx="4663440" cy="4251960"/>
          </a:xfrm>
          <a:prstGeom prst="roundRect">
            <a:avLst>
              <a:gd name="adj" fmla="val 2151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0" y="1874520"/>
            <a:ext cx="4114800" cy="927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pieces in six lines.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7132320" y="2801620"/>
            <a:ext cx="4114800" cy="277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(condition) { ... } runs its block only when true. Math.abs(value) drops the sign, so one check covers forward and reverse. return hands a value back and stops the method on the spot.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4526280"/>
            <a:ext cx="6035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5B6B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WPILib ships MathUtil.applyDeadband(value, band) that does this. You wrote your own so you'd know exactly what's inside it.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000" dirty="0"/>
          </a:p>
        </p:txBody>
      </p:sp>
      <p:pic>
        <p:nvPicPr>
          <p:cNvPr id="17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amepad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MYTELEOP.JAVA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module does when nothing else asks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600200"/>
          </a:xfrm>
          <a:prstGeom prst="roundRect">
            <a:avLst>
              <a:gd name="adj" fmla="val 6857"/>
            </a:avLst>
          </a:prstGeom>
          <a:solidFill>
            <a:srgbClr val="0B1F3A"/>
          </a:solidFill>
          <a:ln/>
          <a:effectLst>
            <a:outerShdw sx="100000" sy="100000" kx="0" ky="0" algn="bl" rotWithShape="0" blurRad="101600" dist="38100" dir="5400000">
              <a:srgbClr val="0B1F3A">
                <a:alpha val="3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1210544" y="1746504"/>
            <a:ext cx="128016" cy="128016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8" name="Shape 5"/>
          <p:cNvSpPr/>
          <p:nvPr/>
        </p:nvSpPr>
        <p:spPr>
          <a:xfrm>
            <a:off x="11210544" y="1947672"/>
            <a:ext cx="128016" cy="128016"/>
          </a:xfrm>
          <a:prstGeom prst="ellipse">
            <a:avLst/>
          </a:prstGeom>
          <a:solidFill>
            <a:srgbClr val="FFD166"/>
          </a:solidFill>
          <a:ln/>
        </p:spPr>
      </p:sp>
      <p:sp>
        <p:nvSpPr>
          <p:cNvPr id="9" name="Shape 6"/>
          <p:cNvSpPr/>
          <p:nvPr/>
        </p:nvSpPr>
        <p:spPr>
          <a:xfrm>
            <a:off x="11210544" y="2148840"/>
            <a:ext cx="128016" cy="128016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801368"/>
            <a:ext cx="10195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D7E3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robot.module.setDefaultCommand(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9EF0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robot.module.driveWithJoystick(() -&gt; -robot.driverController.getLeftY()));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" y="3429000"/>
            <a:ext cx="10881360" cy="2788920"/>
          </a:xfrm>
          <a:prstGeom prst="roundRect">
            <a:avLst>
              <a:gd name="adj" fmla="val 3279"/>
            </a:avLst>
          </a:prstGeom>
          <a:solidFill>
            <a:srgbClr val="F3F6FA"/>
          </a:solidFill>
          <a:ln/>
        </p:spPr>
      </p:sp>
      <p:sp>
        <p:nvSpPr>
          <p:cNvPr id="12" name="Text 9"/>
          <p:cNvSpPr/>
          <p:nvPr/>
        </p:nvSpPr>
        <p:spPr>
          <a:xfrm>
            <a:off x="914400" y="3703320"/>
            <a:ext cx="10332720" cy="895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default command runs automatically whenever no other command is using the mechanism.</a:t>
            </a:r>
            <a:endParaRPr lang="en-US" sz="2100" dirty="0"/>
          </a:p>
        </p:txBody>
      </p:sp>
      <p:sp>
        <p:nvSpPr>
          <p:cNvPr id="13" name="Text 10"/>
          <p:cNvSpPr/>
          <p:nvPr/>
        </p:nvSpPr>
        <p:spPr>
          <a:xfrm>
            <a:off x="914400" y="4598670"/>
            <a:ext cx="10332720" cy="1344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minus sign matters: on most sticks, pushing forward reads negative. Negating makes "push forward" mean "drive forward." When some other command takes over the module, the default steps aside — and resumes on its own the instant that command finishes. You never write that hand-off.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000" dirty="0"/>
          </a:p>
        </p:txBody>
      </p:sp>
      <p:pic>
        <p:nvPicPr>
          <p:cNvPr id="16" name="Image 1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play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RUN IT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Push the stick, watch it track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0881360" cy="1965960"/>
          </a:xfrm>
          <a:prstGeom prst="roundRect">
            <a:avLst>
              <a:gd name="adj" fmla="val 5581"/>
            </a:avLst>
          </a:prstGeom>
          <a:solidFill>
            <a:srgbClr val="132A4C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18288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./gradlew simulateJava → My Teleop → Enabled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dirty="0">
                <a:solidFill>
                  <a:srgbClr val="D7E3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the left stick (or SimGUI's joystick slider). Output should track the stick, snap to zero near center, and reverse when you pull back.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640080" y="384048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32A4C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402336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100" i="1" dirty="0">
                <a:solidFill>
                  <a:srgbClr val="CA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 creeps at rest instead of holding zero, your deadband isn't in the path — check that driveWithJoystick really calls applyDeadband.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000" dirty="0"/>
          </a:p>
        </p:txBody>
      </p:sp>
      <p:pic>
        <p:nvPicPr>
          <p:cNvPr id="1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FF5010"/>
          </a:solidFill>
          <a:ln/>
        </p:spPr>
      </p:sp>
      <p:pic>
        <p:nvPicPr>
          <p:cNvPr id="3" name="Image 0" descr="/home/user/BasicRobotLessons/docs/presentations/v3/template/assets/icons/clipboardcheck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0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MOVE ON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4008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7" name="Shape 4"/>
          <p:cNvSpPr/>
          <p:nvPr/>
        </p:nvSpPr>
        <p:spPr>
          <a:xfrm>
            <a:off x="96012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8" name="Text 5"/>
          <p:cNvSpPr/>
          <p:nvPr/>
        </p:nvSpPr>
        <p:spPr>
          <a:xfrm>
            <a:off x="9601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002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mode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96012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scale parameter multiplied into the speed. Bind the right bumper to 0.25 for fine control.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217920" y="146304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2" name="Shape 9"/>
          <p:cNvSpPr/>
          <p:nvPr/>
        </p:nvSpPr>
        <p:spPr>
          <a:xfrm>
            <a:off x="6537960" y="169164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3" name="Text 10"/>
          <p:cNvSpPr/>
          <p:nvPr/>
        </p:nvSpPr>
        <p:spPr>
          <a:xfrm>
            <a:off x="65379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17804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Square the input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6537960" y="228600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* Math.abs(speed) for finer low-speed control. Why keep Math.abs? What breaks without it?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640080" y="4023360"/>
            <a:ext cx="5303520" cy="2286000"/>
          </a:xfrm>
          <a:prstGeom prst="roundRect">
            <a:avLst>
              <a:gd name="adj" fmla="val 4800"/>
            </a:avLst>
          </a:prstGeom>
          <a:solidFill>
            <a:srgbClr val="132A4C"/>
          </a:solidFill>
          <a:ln/>
        </p:spPr>
      </p:sp>
      <p:sp>
        <p:nvSpPr>
          <p:cNvPr id="17" name="Shape 14"/>
          <p:cNvSpPr/>
          <p:nvPr/>
        </p:nvSpPr>
        <p:spPr>
          <a:xfrm>
            <a:off x="960120" y="4251960"/>
            <a:ext cx="457200" cy="457200"/>
          </a:xfrm>
          <a:prstGeom prst="ellipse">
            <a:avLst/>
          </a:prstGeom>
          <a:solidFill>
            <a:srgbClr val="1B9AAA"/>
          </a:solidFill>
          <a:ln/>
        </p:spPr>
      </p:sp>
      <p:sp>
        <p:nvSpPr>
          <p:cNvPr id="18" name="Text 15"/>
          <p:cNvSpPr/>
          <p:nvPr/>
        </p:nvSpPr>
        <p:spPr>
          <a:xfrm>
            <a:off x="960120" y="4251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600200" y="425196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 raw vs. deadbanded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960120" y="4846320"/>
            <a:ext cx="4663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System.out.println both, and watch how much the raw value jitters at rest.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7A9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2000" dirty="0"/>
          </a:p>
        </p:txBody>
      </p:sp>
      <p:pic>
        <p:nvPicPr>
          <p:cNvPr id="23" name="Image 1" descr="/home/user/BasicRobotLessons/docs/presentations/v3/template/assets/logo/team5010-logo-onnav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566928" cy="566928"/>
          </a:xfrm>
          <a:prstGeom prst="ellipse">
            <a:avLst/>
          </a:prstGeom>
          <a:solidFill>
            <a:srgbClr val="0B1F3A"/>
          </a:solidFill>
          <a:ln/>
        </p:spPr>
      </p:sp>
      <p:pic>
        <p:nvPicPr>
          <p:cNvPr id="3" name="Image 0" descr="/home/user/BasicRobotLessons/docs/presentations/v3/template/assets/icons/graduationcap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58521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89888" y="40233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FF50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LEARNED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71600" y="749808"/>
            <a:ext cx="9418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data needs code, not just a number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63093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lambda is code stored as data — a DoubleSupplier a command re-asks every tick.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if, Math.abs, and return combine into a deadband: a resting stick means a resting motor.</a:t>
            </a:r>
            <a:endParaRPr lang="en-US" sz="20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1329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default command is what a mechanism does when nothing else claims it — the scheduler hands control back on its own.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7269480" y="1600200"/>
            <a:ext cx="4297680" cy="4434840"/>
          </a:xfrm>
          <a:prstGeom prst="roundRect">
            <a:avLst>
              <a:gd name="adj" fmla="val 2553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/>
          <p:nvPr/>
        </p:nvSpPr>
        <p:spPr>
          <a:xfrm>
            <a:off x="75895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150" kern="0" dirty="0">
                <a:solidFill>
                  <a:srgbClr val="1B9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5895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501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589520" y="2834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Telemetry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589520" y="3474720"/>
            <a:ext cx="3657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robot's numbers visible, because plots beat print statements.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7589520" y="5120640"/>
            <a:ext cx="502920" cy="502920"/>
          </a:xfrm>
          <a:prstGeom prst="ellipse">
            <a:avLst/>
          </a:prstGeom>
          <a:solidFill>
            <a:srgbClr val="1B9AAA"/>
          </a:solidFill>
          <a:ln/>
        </p:spPr>
      </p:sp>
      <p:pic>
        <p:nvPicPr>
          <p:cNvPr id="13" name="Image 1" descr="/home/user/BasicRobotLessons/docs/presentations/v3/template/assets/icons/arrowright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8392" y="5239512"/>
            <a:ext cx="265176" cy="26517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0080" y="6446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100" kern="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JAVA + ROBOT PROGRAMMING · JOYSTICK CONTROL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11002975" y="6446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000" dirty="0"/>
          </a:p>
        </p:txBody>
      </p:sp>
      <p:pic>
        <p:nvPicPr>
          <p:cNvPr id="16" name="Image 2" descr="/home/user/BasicRobotLessons/docs/presentations/v3/template/assets/logo/team5010-logo-on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57255" y="164592"/>
            <a:ext cx="777240" cy="6058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2 — Joystick Control</dc:title>
  <dc:subject>PptxGenJS Presentation</dc:subject>
  <dc:creator>Learn Java + Robot Programming</dc:creator>
  <cp:lastModifiedBy>Learn Java + Robot Programming</cp:lastModifiedBy>
  <cp:revision>1</cp:revision>
  <dcterms:created xsi:type="dcterms:W3CDTF">2026-08-22T16:10:15Z</dcterms:created>
  <dcterms:modified xsi:type="dcterms:W3CDTF">2026-08-22T16:10:15Z</dcterms:modified>
</cp:coreProperties>
</file>