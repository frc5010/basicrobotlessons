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Joystick Control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Drive the motor with a stick, not a button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Push further, spin faster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Replace the fixed-speed button with smooth, proportional control from a joystick axis, with a deadband so the motor doesn't creep when the stick is centered.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21868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 and return values, closer look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double, and basic math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Lambdas and suppliers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helper methods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10896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21868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 controller axis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commands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Deadband — cleaning up messy input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JOYSTICK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A MOVING TARGET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snapshot isn't enough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y = robot.driverController.getLeftY();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40080" y="3063240"/>
            <a:ext cx="10881360" cy="3108960"/>
          </a:xfrm>
          <a:prstGeom prst="roundRect">
            <a:avLst>
              <a:gd name="adj" fmla="val 2941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337560"/>
            <a:ext cx="1033272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double you grabbed once is frozen — where the stick was, not where it is.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4264660"/>
            <a:ext cx="10332720" cy="163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axis reports a double from -1.0 to 1.0, centered near 0.0. But the stick changes every moment — what a command needs is something it can ask for the current value on every tick. That's what a supplier is for.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JOYSTICK CONTROL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LAMBDAS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Code, stored as 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920240"/>
          </a:xfrm>
          <a:prstGeom prst="roundRect">
            <a:avLst>
              <a:gd name="adj" fmla="val 571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DoubleSupplier stickReader = () -&gt; robot.driverController.getLeftY();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position = stickReader.getAsDouble();  // runs the stored code now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3794760"/>
            <a:ext cx="10881360" cy="2377440"/>
          </a:xfrm>
          <a:prstGeom prst="roundRect">
            <a:avLst>
              <a:gd name="adj" fmla="val 3846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406908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lambda is a value, just like 3.7 or a TalonFX object.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4646930"/>
            <a:ext cx="10332720" cy="1250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DoubleSupplier is the type for a lambda that takes no arguments and returns a double. Nothing runs when you assign it — calling .getAsDouble() is what runs it, fresh, every time.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JOYSTICK CONTROL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DRIVEMODULE.JAVA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command that reads the stick every tick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651760"/>
          </a:xfrm>
          <a:prstGeom prst="roundRect">
            <a:avLst>
              <a:gd name="adj" fmla="val 4138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Drives continuously using a live speed source (e.g. a joystick axis). */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Command driveWithJoystick(DoubleSupplier speedSupplier) {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runRepeatedly(() -&gt; {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double raw = speedSupplier.getAsDouble();   // fetch fresh value this tick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double speed = applyDeadband(raw, 0.1);     // clean it up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m_driveMotor.setThrottle(speed);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}).named("Drive With Joystick");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470916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489204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runRepeatedly(...) runs its lambda once per tick, forever, until canceled — no coroutine.park() needed; the repeating loop itself keeps the command alive.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JOYSTICK CONTROL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5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DEADBAND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resting stick should mean a resting motor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10881360" cy="2468880"/>
          </a:xfrm>
          <a:prstGeom prst="roundRect">
            <a:avLst>
              <a:gd name="adj" fmla="val 444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007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019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031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55648"/>
            <a:ext cx="10195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0 when |value| is within band, else passes value through. */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double applyDeadband(double value, double band) {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(Math.abs(value) &lt; band) {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0.0;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value;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4160520"/>
            <a:ext cx="10881360" cy="2240280"/>
          </a:xfrm>
          <a:prstGeom prst="roundRect">
            <a:avLst>
              <a:gd name="adj" fmla="val 4082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443484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pieces in six lines.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5012690"/>
            <a:ext cx="10332720" cy="1113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(condition) { ... } runs its block only when true. Math.abs(value) drops the sign, so one check covers forward and reverse. return hands a value back and stops the method on the spot.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JOYSTICK CONTROL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MYTELEOP.JAVA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module does when nothing else asks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600200"/>
          </a:xfrm>
          <a:prstGeom prst="roundRect">
            <a:avLst>
              <a:gd name="adj" fmla="val 6857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robot.module.setDefaultCommand(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robot.module.driveWithJoystick(() -&gt; -robot.driverController.getLeftY()));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3429000"/>
            <a:ext cx="10881360" cy="2788920"/>
          </a:xfrm>
          <a:prstGeom prst="roundRect">
            <a:avLst>
              <a:gd name="adj" fmla="val 3279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703320"/>
            <a:ext cx="1033272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default command runs automatically whenever no other command is using the mechanism.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914400" y="4598670"/>
            <a:ext cx="10332720" cy="1344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minus sign matters: on most sticks, pushing forward reads negative. Negating makes "push forward" mean "drive forward." When another command takes the module, the default steps aside, and resumes the instant it finishes.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JOYSTICK CONTROL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pla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RUN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Push the stick, watch it track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965960"/>
          </a:xfrm>
          <a:prstGeom prst="roundRect">
            <a:avLst>
              <a:gd name="adj" fmla="val 5581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288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./gradlew simulateJava → My Teleop → Enabled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the left stick (or SimGUI's joystick slider). Output should track the stick, snap to zero near center, and reverse when you pull back.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640080" y="384048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132A4C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402336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it creeps at rest instead of holding zero, your deadband isn't in the path — check that driveWithJoystick really calls applyDeadband.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JOYSTICK CONTROL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3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 mode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scale parameter multiplied into the speed. Bind the right bumper to 0.25 for fine control.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Square the input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* Math.abs(speed) for finer low-speed control. Why keep Math.abs? What breaks without it?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 raw vs. deadbanded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System.out.println both, and watch how much the raw value jitters at rest.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JOYSTICK CONTROL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23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data needs code, not just a number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lambda is code stored as data — a DoubleSupplier a command re-asks every tick.</a:t>
            </a:r>
            <a:endParaRPr lang="en-US" sz="20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if, Math.abs, and return combine into a deadband: a resting stick means a resting motor.</a:t>
            </a:r>
            <a:endParaRPr lang="en-US" sz="20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default command is what a mechanism does when nothing else claims it — the scheduler hands control back on its own.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3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Telemetry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589520" y="34747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robot's numbers visible, because plots beat print statements.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3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JOYSTICK CONTROL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6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2 — Joystick Control</dc:title>
  <dc:subject>PptxGenJS Presentation</dc:subject>
  <dc:creator>Learn Java + Robot Programming</dc:creator>
  <cp:lastModifiedBy>Learn Java + Robot Programming</cp:lastModifiedBy>
  <cp:revision>1</cp:revision>
  <dcterms:created xsi:type="dcterms:W3CDTF">2026-08-22T16:47:38Z</dcterms:created>
  <dcterms:modified xsi:type="dcterms:W3CDTF">2026-08-22T16:47:38Z</dcterms:modified>
</cp:coreProperties>
</file>