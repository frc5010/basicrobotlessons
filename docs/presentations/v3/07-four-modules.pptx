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7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Modules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real four-corner chassis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module becomes four, moving together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Rename DriveModule to SwerveModule, put four in an array, and command them together: translate (slide) and rotate (spin in place).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24612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35584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Arrays: SwerveModule[]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enhanced for loop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parameters that vary per instance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Translation2d, a library helper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24612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thlarge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35584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273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813048"/>
            <a:ext cx="5257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corners of a swerve chassis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helper class vs. a mechanism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vs. rotate in place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telemetry for AdvantageScope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thlarg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WHY FOUR?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shapes of motion cover almost everything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91640"/>
            <a:ext cx="5349240" cy="3291840"/>
          </a:xfrm>
          <a:prstGeom prst="roundRect">
            <a:avLst>
              <a:gd name="adj" fmla="val 3333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9659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Translate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914400" y="26060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wheels point the same direction, same speed — the chassis slides that way.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172200" y="1691640"/>
            <a:ext cx="5349240" cy="3291840"/>
          </a:xfrm>
          <a:prstGeom prst="roundRect">
            <a:avLst>
              <a:gd name="adj" fmla="val 3333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6446520" y="196596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 in place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46520" y="26060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wheel steers tangent to a circle around center, same speed — the chassis spins.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40080" y="516636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Doing both at once needs per-wheel math — that's Lesson 10's SwerveDriveKinematics. For now, these two simple cases give Lesson 8's gyro a robot that actually turns.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random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RENAME AND PARAMETERIZE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Rename the file first, then reshape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18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18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545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Right-click the class name DriveModule in VS Code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929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Anywhere it appears in the file.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57860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5054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Refactor → Rename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8895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filename and every reference in the project for you.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5387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5387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4655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 SwerveModule, confirm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8496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becomes SwerveModule.java, everywhere it's used.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434840"/>
            <a:ext cx="10881360" cy="1920240"/>
          </a:xfrm>
          <a:prstGeom prst="roundRect">
            <a:avLst>
              <a:gd name="adj" fmla="val 4762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4709160"/>
            <a:ext cx="10332720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two changes: drop Mechanism, parameterize the constructor.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914400" y="5271135"/>
            <a:ext cx="10332720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wheel isn't what the scheduler needs to lock — the whole chassis is. Drivetrain becomes the only mechanism; each SwerveModule is a plain helper it owns.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Fields with no initializers — the constructor fills them 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4206240"/>
          </a:xfrm>
          <a:prstGeom prst="roundRect">
            <a:avLst>
              <a:gd name="adj" fmla="val 260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top of the class with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3547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SwerveModule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final Translation2d location;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 m_driveMotor;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 m_steerMotor;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CANcoder m_steerEncoder;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TalonFXSimState m_driveSim;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TalonFXSimState m_steerSim;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SwerveModule(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 driveId, int steerId, int cancoderId,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double magnetOffsetRotations, Translation2d location)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this.location  = location;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   = new TalonFX(driveId, CANBus.systemcore(0));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m_steerMotor   = new TalonFX(steerId, CANBus.systemcore(0));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m_steerEncoder = new CANcoder(cancoderId, CANBus.systemcore(0));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...sim states, CANcoder config, and priming follow...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SWERVEMODULE.JAVA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tick of control, told what to do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880360"/>
          </a:xfrm>
          <a:prstGeom prst="roundRect">
            <a:avLst>
              <a:gd name="adj" fmla="val 381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SwerveModule, one plain method that does a single tick of control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setDesiredState(double angleDegrees, double speedFraction) {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error = angleDegrees - getSteerAngleDegrees();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(error &gt; 180)  { error -= 360; 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while (error &lt; -180) { error += 360; }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steerOutput = clamp(SteerConstants.kP * error, -1.0, 1.0);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m_steerMotor.setThrottle(steerOutput);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m_driveMotor.setThrottle(speedFraction);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466344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84632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5's steerToAngle math, wearing a new home. Who calls it, and how often? Drivetrain's commands will, every tick they run — the module never talks to the scheduler at all.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ruler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PAYING OFF LESSON 5'S IOU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steering sensor gets its real 25:1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926080"/>
          </a:xfrm>
          <a:prstGeom prst="roundRect">
            <a:avLst>
              <a:gd name="adj" fmla="val 375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kSteerGearRatio, then edit getSteerAngleDegrees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double kSteerGearRatio = 25.0; // rotor : steering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double getSteerAngleDegrees()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double steerRotations = m_steerMotor.getPosition().getValue().in(Rotations)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SteerConstants.kSteerGearRatio;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steerRotations * 360.0;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57200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on the way in (sensor → angle), multiply on the way back (sim model → fake rotor, and the CANcoder priming line) — the same two moves Lesson 6 made for the drive motor.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item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CONSTANTS.JAVA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corners, as Translation2d values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3108960"/>
          </a:xfrm>
          <a:prstGeom prst="roundRect">
            <a:avLst>
              <a:gd name="adj" fmla="val 352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four corners to DriveConstants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double kHalfLength = 0.3;  // meters, wheelbase / 2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double kHalfWidth  = 0.3;  // meters, track width / 2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Translation2d kFrontLeft  = new Translation2d( kHalfLength,  kHalfWidth);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Translation2d kFrontRight = new Translation2d( kHalfLength, -kHalfWidth);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Translation2d kBackLeft   = new Translation2d(-kHalfLength,  kHalfWidth);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static final Translation2d kBackRight  = new Translation2d(-kHalfLength, -kHalfWidth);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75488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93776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Memorize this now — every WPILib class assumes it: +X is forward, +Y is left, yaw is CCW-positive. Front-left is forward and left, so both signs are positive.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olderopen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 NEW FILE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mechanism to own all four modules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Right-click subsystems, under src/main/java/first/robot/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folder SwerveModule.java already lives in.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688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new file: Drivetrain.java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072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subsystems → New File.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one is the mechanism now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123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owns the array of four modules and the scheduler's one lock.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89204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07492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class should be a mechanism. SwerveModule became a plain helper — Drivetrain owns the array and is the only thing the scheduler needs to lock.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array of four, built with their own IDs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371600"/>
            <a:ext cx="10881360" cy="3840480"/>
          </a:xfrm>
          <a:prstGeom prst="roundRect">
            <a:avLst>
              <a:gd name="adj" fmla="val 2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5179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7190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19202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4996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Drivetrain.java with the module array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828800"/>
            <a:ext cx="10195560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Drivetrain extends Mechanism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Corner order: FL, FR, BL, BR. Pick a convention and stick to it.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final SwerveModule[] m_modules = new SwerveModule[]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SwerveModule(1, 2, 9, 0.0, DriveConstants.kFrontLeft),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SwerveModule(3, 4, 10, 0.0, DriveConstants.kFrontRight),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SwerveModule(5, 6, 11, 0.0, DriveConstants.kBackLeft),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new SwerveModule(7, 8, 12, 0.0, DriveConstants.kBackRight)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Drivetrain()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Scheduler.getDefault().addPeriodic(this::logTelemetry);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4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hartlin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call publishes all four modules together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Drivetrain, alongside the constructor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final StructArrayPublisher&lt;SwerveModuleVelocity&gt; m_moduleStatesPublisher =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NetworkTableInstance.getDefault()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.getStructArrayTopic("Drivetrain/ModuleStates", SwerveModuleVelocity.struct)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.publish();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void logTelemetry() {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(SwerveModule module : m_modules) { /* ...build states[], log angles... */ }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m_moduleStatesPublisher.set(states);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4480560"/>
            <a:ext cx="10881360" cy="1874520"/>
          </a:xfrm>
          <a:prstGeom prst="roundRect">
            <a:avLst>
              <a:gd name="adj" fmla="val 4878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4663440"/>
            <a:ext cx="105156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SmartDashboard only knows numbers and strings — a whole SwerveModuleVelocity[] needs a struct bridge. Built once as a field, .set(states) pushes a fresh array every tick.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module gets the same target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329184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1019556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translate(DoubleSupplier vxSupplier, DoubleSupplier vySupplier)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vx = vxSupplier.getAsDouble();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vy = vySupplier.getAsDouble();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speed = Math.hypot(vx, vy);                     // vector length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angleDeg = Math.toDegrees(Math.atan2(vy, vx));  // vector angle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(SwerveModule module : m_modules)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module.setDesiredState(angleDeg, speed);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}).named("Translate");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507492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257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Math.hypot(vx, vy) is the vector's length; Math.atan2(vy, vx) is its angle in radians, four-quadrant so negative vx or vy still points the right way.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syncal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DRIVETRAIN.JAVA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Rotate: a different angle per corner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6309360" cy="2926080"/>
          </a:xfrm>
          <a:prstGeom prst="roundRect">
            <a:avLst>
              <a:gd name="adj" fmla="val 375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638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638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638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Drivetrain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562356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rotate(double omega)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(SwerveModule module : m_modules) {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double x = module.location.getX();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double y = module.location.getY();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double angleDeg = Math.toDegrees(Math.atan2(x, -y));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module.setDesiredState(angleDeg, omega);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}).named("Rotate");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178040" y="1463040"/>
            <a:ext cx="4343400" cy="2926080"/>
          </a:xfrm>
          <a:prstGeom prst="roundRect">
            <a:avLst>
              <a:gd name="adj" fmla="val 3125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7406640" y="16916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Front-left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9692640" y="16916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135°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406640" y="235000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Front-right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9692640" y="235000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45°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406640" y="300837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Back-left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692640" y="30083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-135°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406640" y="36667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Back-right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92640" y="3666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-45°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40080" y="4572000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F3F6FA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module at (x, y), the CCW-tangent direction is (-y, x). Sketch the four wheels pointing those ways and the whole robot spins CCW.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000" dirty="0"/>
          </a:p>
        </p:txBody>
      </p:sp>
      <p:pic>
        <p:nvPicPr>
          <p:cNvPr id="2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u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ROBOT.JAVA &amp;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the red: swap module for drivetrain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60934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81051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01168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9105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Robot's old module field, add in its place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1920240"/>
            <a:ext cx="10195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final Drivetrain drivetrain = new Drivetrain();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29718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1210544" y="31181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>
            <a:off x="11210544" y="33192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5" name="Shape 12"/>
          <p:cNvSpPr/>
          <p:nvPr/>
        </p:nvSpPr>
        <p:spPr>
          <a:xfrm>
            <a:off x="11210544" y="35204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3099816"/>
            <a:ext cx="10195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the old bindings, replace MyTeleop's constructor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14400" y="3429000"/>
            <a:ext cx="101955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robot.drivetrain.setDefaultCommand(robot.drivetrain.translate(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-robot.driverController.getLeftY(),   // forward = +X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() -&gt; -robot.driverController.getLeftX())); // left    = +Y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robot.driverController.leftBumper().whileTrue(robot.drivetrain.rotate(0.3));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robot.driverController.rightBumper().whileTrue(robot.drivetrain.rotate(-0.3));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512064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3F6FA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52578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bumper commands and the default translate require the Drivetrain — holding a bumper cancels the default; releasing hands control back automatically.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2000" dirty="0"/>
          </a:p>
        </p:txBody>
      </p:sp>
      <p:pic>
        <p:nvPicPr>
          <p:cNvPr id="22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diagram of the whole chassis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70992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7099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63677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202082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stick — all four steer angles snap to the same value.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76148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68833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a bumper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307238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angles split into the pinwheel from the table.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81304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8130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73989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AdvantageScope's Swerve tab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412394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Drivetrain/ModuleStates into its States slot, Max Speed ≈ 5.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86460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79145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Retune kP now that you can see it move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517550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 = 0.005 — ten times Lesson 5's value — settles in about a second.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2000" dirty="0"/>
          </a:p>
        </p:txBody>
      </p:sp>
      <p:pic>
        <p:nvPicPr>
          <p:cNvPr id="24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the rotate table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bumper, check the four plotted angles corner by corner. A wrong one names its own bug.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chassis geometry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kHalfLength = 0.4, kHalfWidth = 0.2. What do the four rotate angles become?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CAN IDs into Constants.java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IDs and four magnet offsets, named, right alongside the gear ratios.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21792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22" name="Shape 19"/>
          <p:cNvSpPr/>
          <p:nvPr/>
        </p:nvSpPr>
        <p:spPr>
          <a:xfrm>
            <a:off x="653796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53796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717804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one calibration on purpose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653796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corner's magnet offset by 0.1. Three arrows agree, one doesn't — put it back.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mechanism, four workers commanded together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array holds four same-typed modules; the enhanced for loop does the same work to each.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parameters let one class describe four corners that differ only in their numbers.</a:t>
            </a:r>
            <a:endParaRPr lang="en-US" sz="20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class is a mechanism — SwerveModule became a helper; Drivetrain owns the scheduler's one lock.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8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Gyro &amp; Heading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whole robot to a compass direction and stop.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FOUR MODULES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 — Four Modules</dc:title>
  <dc:subject>PptxGenJS Presentation</dc:subject>
  <dc:creator>Learn Java + Robot Programming</dc:creator>
  <cp:lastModifiedBy>Learn Java + Robot Programming</cp:lastModifiedBy>
  <cp:revision>1</cp:revision>
  <dcterms:created xsi:type="dcterms:W3CDTF">2026-08-25T00:17:15Z</dcterms:created>
  <dcterms:modified xsi:type="dcterms:W3CDTF">2026-08-25T00:17:15Z</dcterms:modified>
</cp:coreProperties>
</file>