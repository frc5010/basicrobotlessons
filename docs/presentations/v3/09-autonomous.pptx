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9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Autonomous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Combine everything into a routine that runs itself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Drive, turn, drive — with nobody's hands on the sticks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280160"/>
          </a:xfrm>
          <a:prstGeom prst="roundRect">
            <a:avLst>
              <a:gd name="adj" fmla="val 7143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Snap your building blocks together into an autonomous routine that runs by itself — then explore running steps in parallel.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21868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1363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JAVA CONCEPTS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675888"/>
            <a:ext cx="5257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composition into named routines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vs. parallel execution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coroutine.await(...) — sequencing as plain code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subsystems into a factory method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10896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home/user/BasicRobotLessons/docs/presentations/v3/template/assets/icons/shoeprints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21868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1363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ROBOT CONCEPTS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675888"/>
            <a:ext cx="5257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@Autonomous opmodes actually run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Command.sequence, .parallel, .race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whole-chassis driveDistance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compensation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AUTONOMOUS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robo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WHAT AUTONOMOUS ACTUALLY IS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Just another opmode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10881360" cy="2743200"/>
          </a:xfrm>
          <a:prstGeom prst="roundRect">
            <a:avLst>
              <a:gd name="adj" fmla="val 4000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92024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special mode with its own API.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14400" y="256032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1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first 15 seconds of a match, the robot runs with no driver — in this framework that's just another opmode, annotated @Autonomous instead of @Teleop, selected on the Driver Station exactly the way MyTeleop always has been. Nothing new about how it runs — the only new part is what it does once it's running.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640080" y="470916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MyAuto has been printing a message and doing nothing else since Lesson 0. Today it earns real work.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AUTONOMOUS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12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random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A NAME CHANGE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Template names become permanent ones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184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618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371600" y="15453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Right-click MyTeleop.java's class name → Refactor → Rename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71600" y="19293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move as DriveModule → SwerveModule in Lesson 7.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40080" y="262432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2624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255117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 RobotTeleop, confirm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371600" y="293522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@Teleop, the Robot robot parameter, and every binding inside.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363016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630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371600" y="35570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the same for MyAuto.java → RobotAuto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371600" y="39410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one's about to look very different inside.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40080" y="4709160"/>
            <a:ext cx="10881360" cy="1554480"/>
          </a:xfrm>
          <a:prstGeom prst="roundRect">
            <a:avLst>
              <a:gd name="adj" fmla="val 5882"/>
            </a:avLst>
          </a:prstGeom>
          <a:solidFill>
            <a:srgbClr val="F3F6FA"/>
          </a:solidFill>
          <a:ln/>
        </p:spPr>
      </p:sp>
      <p:sp>
        <p:nvSpPr>
          <p:cNvPr id="19" name="Text 16"/>
          <p:cNvSpPr/>
          <p:nvPr/>
        </p:nvSpPr>
        <p:spPr>
          <a:xfrm>
            <a:off x="822960" y="48920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MyTeleop and MyAuto were fine names for template example code — but they're not example code anymore. They're the permanent home for how this robot drives and runs itself.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AUTONOMOUS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22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ruler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one wheel to know when all four have arrived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280160"/>
            <a:ext cx="10881360" cy="4160520"/>
          </a:xfrm>
          <a:prstGeom prst="roundRect">
            <a:avLst>
              <a:gd name="adj" fmla="val 2637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42646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62763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82880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0817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Drivetrain, with the other command factories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737360"/>
            <a:ext cx="10195560" cy="350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Drive straight forward 'meters' at 40% power. Finishes on its own. */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Command driveDistance(double meters)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run(coroutine -&gt;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m_modules[0].resetDrivePosition(); // zero one wheel's odometer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(Math.abs(m_modules[0].getDistanceMeters()) &lt; Math.abs(meters))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for (SwerveModule module : m_modules)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module.setDesiredState(0.0, 0.4); // point forward, 40% throttle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}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m_lastCommandedOmega = 0.0;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coroutine.yield();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(SwerveModule module : m_modules) { module.setDesiredState(0.0, 0.0); } // stop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})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.whenCanceled(() -&gt; { /* ...same stop, for every module... */ })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.named("Drive Distance");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AUTONOMOUS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SWERVEMODULE.JAVA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named method, because m_driveMotor is private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965960"/>
          </a:xfrm>
          <a:prstGeom prst="roundRect">
            <a:avLst>
              <a:gd name="adj" fmla="val 5581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SwerveModule, with its other public methods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Zero the drive encoder — start measuring distance from *here*. */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resetDrivePosition() {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m_driveMotor.setPosition(0);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40080" y="3749040"/>
            <a:ext cx="10881360" cy="2560320"/>
          </a:xfrm>
          <a:prstGeom prst="roundRect">
            <a:avLst>
              <a:gd name="adj" fmla="val 3571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023360"/>
            <a:ext cx="1033272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Drivetrain can't reach a module's hardware directly.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14400" y="4601210"/>
            <a:ext cx="10332720" cy="1433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encapsulation doing its job — outsiders don't get to poke a module's motor. What the module can do is offer a named, intention-revealing method instead.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AUTONOMOUS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olderopen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A NEW FILE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cookbook for the robot, not a subsystem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70992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7099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371600" y="163677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Right-click commands, under src/main/java/first/robot/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71600" y="202082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sibling folder to subsystems and opmode.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40080" y="27614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2761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26883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a new file: Autos.java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371600" y="30723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Right-click commands → New File.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381304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813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371600" y="373989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one holds auto factories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371600" y="412394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methods only — Autos itself is never instantiated.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40080" y="4892040"/>
            <a:ext cx="10881360" cy="1508760"/>
          </a:xfrm>
          <a:prstGeom prst="roundRect">
            <a:avLst>
              <a:gd name="adj" fmla="val 6061"/>
            </a:avLst>
          </a:prstGeom>
          <a:solidFill>
            <a:srgbClr val="F3F6FA"/>
          </a:solidFill>
          <a:ln/>
        </p:spPr>
      </p:sp>
      <p:sp>
        <p:nvSpPr>
          <p:cNvPr id="19" name="Text 16"/>
          <p:cNvSpPr/>
          <p:nvPr/>
        </p:nvSpPr>
        <p:spPr>
          <a:xfrm>
            <a:off x="822960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Autos() {} is a constructor nobody can call — the idiom for "don't bother making instances of this class; just use its static methods."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AUTONOMOUS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22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AUTOS.JAVA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step at a time, in order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10881360" cy="3566160"/>
          </a:xfrm>
          <a:prstGeom prst="roundRect">
            <a:avLst>
              <a:gd name="adj" fmla="val 3077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6093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8105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0116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9105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Autos.java — the whole file, to start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920240"/>
            <a:ext cx="10195560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final class Autos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Autos() {} // utility class — never instantiated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/** Drive 1 m, turn to 90°, drive 1 m more. */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static Command driveTurnDrive(Drivetrain drivetrain)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Command.sequence(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drivetrain.driveDistance(1.0),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drivetrain.turnToHeading(90),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drivetrain.driveDistance(1.0))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.named("Drive Turn Drive");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" y="521208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53949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Command.sequence(...) runs steps one at a time — step 2 waits for step 1. Static, needs .named(...) like every builder.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AUTONOMOUS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shoeprint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A BETTER WAY TO WRITE THE SAME PLAN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sequencing is the code's own control flow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371600"/>
            <a:ext cx="10881360" cy="2743200"/>
          </a:xfrm>
          <a:prstGeom prst="roundRect">
            <a:avLst>
              <a:gd name="adj" fmla="val 40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5179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7190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9202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996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driveTurnDrive with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828800"/>
            <a:ext cx="10195560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Command driveTurnDrive(Drivetrain drivetrain) {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Command.noRequirements(coroutine -&gt; {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coroutine.await(drivetrain.driveDistance(1.0));  // step 1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coroutine.await(drivetrain.turnToHeading(90));   // step 2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coroutine.await(drivetrain.driveDistance(1.0));  // step 3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})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.named("Drive Turn Drive");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0080" y="4343400"/>
            <a:ext cx="10881360" cy="1920240"/>
          </a:xfrm>
          <a:prstGeom prst="roundRect">
            <a:avLst>
              <a:gd name="adj" fmla="val 4762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452628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coroutine.await(command) schedules it and suspends right there until it finishes. driveTurnDrive itself requires nothing — each step claims the Drivetrain only while it's running.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AUTONOMOUS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plu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ROBOTAUTO.JAVA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Fires the instant Autonomous begins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2468880"/>
          </a:xfrm>
          <a:prstGeom prst="roundRect">
            <a:avLst>
              <a:gd name="adj" fmla="val 4444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contents of RobotAuto's constructor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RobotAuto(Robot robot) {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this.robot = robot;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Fires once, the moment this opmode goes from disabled to enabled.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RobotModeTriggers.autonomous().onTrue(Autos.driveTurnDrive(robot.drivetrain));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0080" y="4251960"/>
            <a:ext cx="10881360" cy="2103120"/>
          </a:xfrm>
          <a:prstGeom prst="roundRect">
            <a:avLst>
              <a:gd name="adj" fmla="val 4348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526280"/>
            <a:ext cx="1033272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getAutonomousCommand() hook to fill in.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14400" y="5104130"/>
            <a:ext cx="10332720" cy="97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RobotModeTriggers.autonomous() is a Trigger, like a button, except its condition is Autonomous and enabled. .onTrue schedules the plan once per enable.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AUTONOMOUS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alculator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SWERVEMODULE.JAVA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Don't drive hard until the wheel points right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371600"/>
            <a:ext cx="10881360" cy="2743200"/>
          </a:xfrm>
          <a:prstGeom prst="roundRect">
            <a:avLst>
              <a:gd name="adj" fmla="val 40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5179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7190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9202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996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setDesiredState in SwerveModule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828800"/>
            <a:ext cx="10195560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Drive only as much as the wheel is pointed the right way: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cos(0°) = 1 → full speed; cos(90°) = 0 → don't drive while sideways.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alignment = Math.cos(Math.toRadians(error));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m_driveMotor.setThrottle(speedFraction * alignment);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4343400"/>
            <a:ext cx="10881360" cy="1920240"/>
          </a:xfrm>
          <a:prstGeom prst="roundRect">
            <a:avLst>
              <a:gd name="adj" fmla="val 4762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452628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 takes real time — for a fraction of a second the drive motor pushes through a wheel pointed the wrong way. Scaling by cosine means don't drive hard until you're pointed right.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AUTONOMOUS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objectgrou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DOING THINGS AT ONCE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tools for simultaneous work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600200"/>
          </a:xfrm>
          <a:prstGeom prst="roundRect">
            <a:avLst>
              <a:gd name="adj" fmla="val 6857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add — just an example, not code for any file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Command.parallel(drivetrain.turnToHeading(90))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.optional(reportCommand)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.named("Turn And Report");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40080" y="329184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132A4C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347472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5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Command.parallel(a, b)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914400" y="38862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both, finishes when ALL are done.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6172200" y="329184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132A4C"/>
          </a:solidFill>
          <a:ln/>
        </p:spPr>
      </p:sp>
      <p:sp>
        <p:nvSpPr>
          <p:cNvPr id="16" name="Text 13"/>
          <p:cNvSpPr/>
          <p:nvPr/>
        </p:nvSpPr>
        <p:spPr>
          <a:xfrm>
            <a:off x="6446520" y="347472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5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Command.race(a, b)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6446520" y="38862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both, finishes the instant ANY ONE finishes, canceling the rest.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40080" y="521208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hard rule: two required commands in a parallel group must not share a mechanism — building one throws IllegalArgumentException immediately, not a mysterious hang.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AUTONOMOUS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000" dirty="0"/>
          </a:p>
        </p:txBody>
      </p:sp>
      <p:pic>
        <p:nvPicPr>
          <p:cNvPr id="21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olderopen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A SECOND AUTO, NO CHOOSER NEEDED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@Autonomous class is its own selectable entry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184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618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371600" y="15453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Right-click opmode, under src/main/java/first/robot/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71600" y="19293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folder RobotTeleop and RobotAuto already live in.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40080" y="25328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25328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24597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a new file: RobotAutoBox.java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371600" y="28437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Right-click opmode → New File.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3429000"/>
            <a:ext cx="10881360" cy="2103120"/>
          </a:xfrm>
          <a:prstGeom prst="roundRect">
            <a:avLst>
              <a:gd name="adj" fmla="val 5217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11210544" y="35753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6" name="Shape 13"/>
          <p:cNvSpPr/>
          <p:nvPr/>
        </p:nvSpPr>
        <p:spPr>
          <a:xfrm>
            <a:off x="11210544" y="37764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7" name="Shape 14"/>
          <p:cNvSpPr/>
          <p:nvPr/>
        </p:nvSpPr>
        <p:spPr>
          <a:xfrm>
            <a:off x="11210544" y="39776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8" name="Text 15"/>
          <p:cNvSpPr/>
          <p:nvPr/>
        </p:nvSpPr>
        <p:spPr>
          <a:xfrm>
            <a:off x="914400" y="35570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RobotAutoBox.java — the whole file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914400" y="3886200"/>
            <a:ext cx="1019556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@Autonomous(name = "Do Nothing", group = "Group 1")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RobotAutoBox extends PeriodicOpMode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RobotAutoBox(Robot robot) { /* an empty auto — nothing scheduled */ }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void periodic() {}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AUTONOMOUS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000" dirty="0"/>
          </a:p>
        </p:txBody>
      </p:sp>
      <p:pic>
        <p:nvPicPr>
          <p:cNvPr id="22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7" name="Shape 4"/>
          <p:cNvSpPr/>
          <p:nvPr/>
        </p:nvSpPr>
        <p:spPr>
          <a:xfrm>
            <a:off x="96012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002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a box pattern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6012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1 m, turn 90°, four times, ending where it started. Predict the final heading first.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2" name="Shape 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3" name="Text 1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17804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Parameterize the distance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53796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driveTurnDrive a double distance, and a third @Autonomous opmode that calls it differently.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7" name="Shape 14"/>
          <p:cNvSpPr/>
          <p:nvPr/>
        </p:nvSpPr>
        <p:spPr>
          <a:xfrm>
            <a:off x="96012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8" name="Text 15"/>
          <p:cNvSpPr/>
          <p:nvPr/>
        </p:nvSpPr>
        <p:spPr>
          <a:xfrm>
            <a:off x="960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60020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a deliberate wait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96012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coroutine.wait(Seconds.of(1.0)) between two awaits. When might that help a real auto?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AUTONOMOUS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2000" dirty="0"/>
          </a:p>
        </p:txBody>
      </p:sp>
      <p:pic>
        <p:nvPicPr>
          <p:cNvPr id="23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least mysterious thing in robot programming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is just another opmode, scheduling one plan the moment RobotModeTriggers.autonomous() fires.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coroutine.await(...) turns a sequence into something you write, one line per step, each mechanism held only as long as it's needed.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compensation fixed a real flaw: scale the drive by cos(steer error), so a wheel doesn't push until it's pointed right.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10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58952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Swerve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589520" y="34747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 and rotate at the same time, with kinematics.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3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AUTONOMOUS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000" dirty="0"/>
          </a:p>
        </p:txBody>
      </p:sp>
      <p:pic>
        <p:nvPicPr>
          <p:cNvPr id="16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9 — Autonomous</dc:title>
  <dc:subject>PptxGenJS Presentation</dc:subject>
  <dc:creator>Learn Java + Robot Programming</dc:creator>
  <cp:lastModifiedBy>Learn Java + Robot Programming</cp:lastModifiedBy>
  <cp:revision>1</cp:revision>
  <dcterms:created xsi:type="dcterms:W3CDTF">2026-08-25T00:17:16Z</dcterms:created>
  <dcterms:modified xsi:type="dcterms:W3CDTF">2026-08-25T00:17:16Z</dcterms:modified>
</cp:coreProperties>
</file>