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11's Try It had you drive a square and watch the reported pose come home slightly wrong — drift, and it's worth understanding why it's unfixable from the inside. This lesson moves pose tracking out of the drivetrain into its own localization class that fuses a pose estimator with any number of registered pose providers — the drivetrain's wheel odometry first, a camera second — and proves it works by injecting fake "camera sightings" and watching the pose snap back to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Odometry adds up thousands of tiny measured steps, and every step carries a tiny error — addition never forgets. What fixes drift is an outside reference: something that occasionally says "actually, you are here," anchored to the world instead of your own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a minute of hard driving, the pose can be off by half a meter, and nothing in the math can tell, because every individual step looked perfectly reasonable. Tracking position is about to stop being a wheels-only job and start being a fusion job — wheels, gyro, one camera, maybe three next season. That's a distinct responsibility, and it doesn't belong to the class whose job is spinning motors.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method, and it hands the provider the estimator to contribute to. Handing each provider the whole estimator is a small liberty (a camera could call update); the tradeoff buys a dead-simple contract, and we take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estimator is swerve-shaped at its core: it needs the drivetrain's kinematics and a first sample to start blending from. The drivetrain plays two roles here: it's the odometry backbone the estimator is literally built around, and it's the first registered provider, so its wheel-and-gyro update runs each tick through the very same loop every future camera will. Backbone and provider #0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periodic() method is the whole engine: walk the providers in registration order — odometry first, corrections after — letting each fold its evidence in, then publish the result. Nothing here drives a motor, so running it every tick (even while disabled) is exactly right: you want the pose to keep tracking if someone shoves the robot on the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subsystem-shaped class written since Lesson 1 has extended Mechanism — Drivetrain still does, two sections from now — so this is worth asking about directly. Being a Mechanism is for classes the scheduler needs to run commands against; being ticked every frame is a smaller ask, and addPeriodic is the tool sized for it. Worth remembering the next time you write a class that needs to tick every frame but never needs to be .require()d by a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drivetrain already knows everything odometry needs; now it just has to expose it and answer the PoseProvider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deletion, not a rename — everything the old odometry block did now happens inside Localizer's periodic()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getModulePositions() replaces the private modulePositions() written in Lesson 11 — same body, now public, because Localizer needs to call it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class registers its own periodic callback in its own constructor, so as long as drivetrain is built (and therefore registers) before localizer is, the dependency takes care of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method used to ask the drivetrain for its own pose — Lesson 11's driveToPose sketch. driveToPose stays unbound to any button for now, exactly as it was in Lesson 11 — this lesson only fixes where its pose comes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visionPose is an absolute claim: "a camera computed that the robot is at this field position." Data that knows its own age is what makes fusing a slow sensor with a fast one possible — remember that; it's everywhere in robotics.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Timer.getTimestamp() is the robot's clock, in seconds. "Now" is the honest timestamp for a zero-latency fake; a real vision system hands you the capture time instead. Look at what Localizer never had to learn: it loops PoseProviders and calls updatePoseEstimate. It has no idea one of them is a camera. Add a real vision provider next season and Localizer doesn't change by a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 here for the same reason it did on the getters/updatePoseEstimate slide: field initializers run top to bottom, and each class registers its own periodic callback in its own constructor.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more registration line, the same addProvider call the drivetrain used automatically inside Localizer's own constructor — this time from the outside, because the camera is built after Localizer already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Start button is the little one near the middle of the gamepad — face buttons are precious, fake cameras are not — and Command.noRequirements is right because reporting a sighting isn't driving: it claims no mechanism and interrupts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hard a measurement pulls is set by its standard deviations. Tuning trust is a deep art; knowing the knob exists is enough for today. That division of labor — odometry for smoothness, vision for truth — is modern FRC localization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Try Its involve real code: re-adding the fake wheel-slip multiplier, wiring up and binding a second VisionPoseProvider, and reporting a deliberately bad sighting. The moral of the third: the estimator believes what you feed it, weighted by the trust knob — real vision code filters before it feeds, rejecting sightings too far from the current estimate to be plausible.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Fourteen lessons ago, printing a line of text was an achievement. Now there's a field-relative swerve robot with firmware closed-loop control, organized telemetry, and a self-correcting pose fused from pluggable sources — and every piece of it is something you typed and can explain. One provider in that fusion is still pretend, though — VisionPoseProvider only reports what a button tells it to. Watch how much of Localizer would have to change to accept the real thing. (Spoiler: none.)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1215" y="3834811"/>
            <a:ext cx="3291840" cy="25659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777240" y="1874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Pose Estimator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77240" y="36118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localizer fed by many sources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89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WPILib 2027 Alpha  ·  Commands V3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 odometry with corrections, in its own class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73736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i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pose tracking out of the drivetrain into a Localizer that fuses a pose estimator with any number of registered pose providers — wheel odometry first, a camera second.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pic>
        <p:nvPicPr>
          <p:cNvPr id="9" name="Image 1" descr="/home/user/BasicRobotLessons/docs/presentations/v3/template/assets/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5387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456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JAVA CONCEPTS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85800" y="3995928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 for extensibility — many classes, one contract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registry — a List you add sources to, then loop over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— data that says when it was true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309360" y="3429000"/>
            <a:ext cx="457200" cy="457200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13" name="Image 2" descr="/home/user/BasicRobotLessons/docs/presentations/v3/template/assets/icons/crosshai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53872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3456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ROBOT CONCEPTS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355080" y="3995928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dead reckoning drifts, and why no math fixes it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SwerveDrivePoseEstimator — odometry plus corrections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pulled into its own class</a:t>
            </a:r>
            <a:endParaRPr lang="en-US" sz="2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addVisionMeasurement and measurement trust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8" name="Image 3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3" name="Image 0" descr="/home/user/BasicRobotLessons/docs/presentations/v3/template/assets/icons/exclamationtriang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ODOMETRY LIES, SLOWLY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 never forgets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881360" cy="2743200"/>
          </a:xfrm>
          <a:prstGeom prst="roundRect">
            <a:avLst>
              <a:gd name="adj" fmla="val 4000"/>
            </a:avLst>
          </a:prstGeom>
          <a:solidFill>
            <a:srgbClr val="132A4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920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wrong instinct is "better math will fix it." It won't.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Odometry adds up thousands of tiny measured steps. Every step carries a tiny error — a wheel scrubbing in a turn, a bump, carpet flex — and the errors don't average out; they accumulate. The information is simply gone.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47091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CA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fixes drift is an outside reference: something that occasionally says "actually, you are here," anchored to the world instead of your own history. WPILib ships SwerveDrivePoseEstimator — odometry with a door for corrections.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12" name="Image 1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puzzlepie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A NEW FILE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PoseProvider — anything with evidence to contribute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10881360" cy="2286000"/>
          </a:xfrm>
          <a:prstGeom prst="roundRect">
            <a:avLst>
              <a:gd name="adj" fmla="val 48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60934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81051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01168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9105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src/main/java/first/robot/subsystems/PoseProvider.java — the whole file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920240"/>
            <a:ext cx="10195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first.robot.subsystems;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PoseProvider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/** Called every tick: fold whatever you know into the shared estimate. */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updatePoseEstimate(SwerveDrivePoseEstimator estimator);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3749040"/>
            <a:ext cx="10881360" cy="2651760"/>
          </a:xfrm>
          <a:prstGeom prst="roundRect">
            <a:avLst>
              <a:gd name="adj" fmla="val 3448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023360"/>
            <a:ext cx="1033272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what's missing compared to Lesson 13's ModuleIO/GyroIO: no default body.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14400" y="4886960"/>
            <a:ext cx="10332720" cy="123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provider genuinely has evidence to contribute — there's no "hardware that doesn't exist yet" case here. Wheel odometry calls the estimator's update(...); a camera calls addVisionMeasurement(...) — an interface is exactly how you let two unlike classes answer the same call in their own way.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pic>
        <p:nvPicPr>
          <p:cNvPr id="17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rosshai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A NEW FILE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Localizer: owns the estimator, keeps a list of providers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10881360" cy="4846320"/>
          </a:xfrm>
          <a:prstGeom prst="roundRect">
            <a:avLst>
              <a:gd name="adj" fmla="val 226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42646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62763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182880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40817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src/main/java/first/robot/subsystems/Localizer.java — fields and constructor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737360"/>
            <a:ext cx="1019556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Localizer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Drivetrain m_drivetrain;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SwerveDrivePoseEstimator m_estimator;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List&lt;PoseProvider&gt; m_providers = new ArrayList&lt;&gt;();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Field2d m_field = new Field2d();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Localizer(Drivetrain drivetrain)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m_drivetrain = drivetrain;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m_estimator = new SwerveDrivePoseEstimator(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drivetrain.getKinematics(), drivetrain.getRotation(),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drivetrain.getModulePositions(), new Pose2d()); // start at (0,0,0°)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addProvider(drivetrain); // the odometry backbone, registered first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Scheduler.getDefault().addPeriodic(this::periodic);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pic>
        <p:nvPicPr>
          <p:cNvPr id="14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rosshai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A NEW FILE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the providers, publish the result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10881360" cy="5074920"/>
          </a:xfrm>
          <a:prstGeom prst="roundRect">
            <a:avLst>
              <a:gd name="adj" fmla="val 216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42646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62763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182880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40817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Localizer, closing out the class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737360"/>
            <a:ext cx="1019556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 Register a source of pose information. */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addProvider(PoseProvider provider)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m_providers.add(provider);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void periodic()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(PoseProvider provider : m_providers)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provider.updatePoseEstimate(m_estimator);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Telemetry.log("Localizer/Pose", getPose(), Pose2d.struct);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m_field.setRobotPose(getPose());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Telemetry.log("Field", m_field); // the SimGUI field view from Lesson 11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Pose2d getPose()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m_estimator.getEstimatedPosition();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 Re-anchor the estimate — re-supplies the live gyro and wheel positions. */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resetPose(Pose2d pose)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m_estimator.resetPosition(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m_drivetrain.getRotation(), m_drivetrain.getModulePositions(), pose);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pic>
        <p:nvPicPr>
          <p:cNvPr id="14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3" name="Image 0" descr="/home/user/BasicRobotLessons/docs/presentations/v3/template/assets/icons/light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A REAL DESIGN CALL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Localizer isn't a Mechanism, and that's deliberate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32A4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9202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5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Mechanism actually buy a class?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Command-builder methods (run, runRepeatedly) so it can be required by a command, and an automatic idle() default command. Localizer needs neither.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32A4C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9202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5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needs a heartbeat, and addPeriodic is the tool sized for that.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446520" y="274320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no motors, so no command will ever .require() it, and there's no idle behavior to fall back to. Being a Mechanism is for classes the scheduler needs to run commands against.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pic>
        <p:nvPicPr>
          <p:cNvPr id="14" name="Image 1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filecod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DRIVETRAIN.JAVA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 line grows a promise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72821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Drivetrain's imports, and let the class line grow a promise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10195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org.wpilib.math.estimator.SwerveDrivePoseEstimator;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Drivetrain implements Mechanism, PoseProvider {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3703320"/>
            <a:ext cx="10881360" cy="2468880"/>
          </a:xfrm>
          <a:prstGeom prst="roundRect">
            <a:avLst>
              <a:gd name="adj" fmla="val 3704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93192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SwerveDriveKinematics and SwerveModulePosition are already imported from earlier lessons; PoseProvider is in the same package, so it needs no import.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pic>
        <p:nvPicPr>
          <p:cNvPr id="16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DRIVETRAIN.JAVA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of it moves to Localizer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F3F6F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645920"/>
            <a:ext cx="1033272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the pose machinery that used to live here.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14400" y="2207895"/>
            <a:ext cx="1033272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m_odometry field, the Field2d/m_field, and the Telemetry.log call that published Drivetrain/Pose — all of it moves to Localizer, which publishes the fused result as Localizer/Pose instead.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3703320"/>
            <a:ext cx="10881360" cy="2423160"/>
          </a:xfrm>
          <a:prstGeom prst="roundRect">
            <a:avLst>
              <a:gd name="adj" fmla="val 4528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210544" y="384962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Shape 8"/>
          <p:cNvSpPr/>
          <p:nvPr/>
        </p:nvSpPr>
        <p:spPr>
          <a:xfrm>
            <a:off x="11210544" y="405079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2" name="Shape 9"/>
          <p:cNvSpPr/>
          <p:nvPr/>
        </p:nvSpPr>
        <p:spPr>
          <a:xfrm>
            <a:off x="11210544" y="425196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83133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periodic(), at the bottom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160520"/>
            <a:ext cx="1019556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— odometry lives on Localizer now.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Pose2d pose = m_odometry.update(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Rotation2d.fromDegrees(getHeadingDegrees()), modulePositions());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Telemetry.log("Drivetrain/Pose", pose, Pose2d.struct);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m_field.setRobotPose(pose);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Telemetry.log("Field", m_field);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pic>
        <p:nvPicPr>
          <p:cNvPr id="17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object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DRIVETRAIN.JAVA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getters, and the provider method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10881360" cy="5029200"/>
          </a:xfrm>
          <a:prstGeom prst="roundRect">
            <a:avLst>
              <a:gd name="adj" fmla="val 218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42646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62763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182880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40817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Drivetrain in its place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737360"/>
            <a:ext cx="1019556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SwerveDriveKinematics getKinematics()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m_kinematics;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 Heading as a Rotation2d — what the estimator speaks. */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Rotation2d getRotation()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Rotation2d.fromDegrees(getHeadingDegrees());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 Snapshot the four modules' positions into one array — for odometry. */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SwerveModulePosition[] getModulePositions()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SwerveModulePosition[] positions = new SwerveModulePosition[m_modules.length];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0; i &lt; m_modules.length; i++)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positions[i] = m_modules[i].getPosition();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positions;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pic>
        <p:nvPicPr>
          <p:cNvPr id="14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object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DRIVETRAIN.JAVA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PoseProvider, the drivetrain contributes odometry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72821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Drivetrain, right after the getters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10195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updatePoseEstimate(SwerveDrivePoseEstimator estimator)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estimator.update(getRotation(), getModulePositions());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3566160"/>
            <a:ext cx="10881360" cy="2788920"/>
          </a:xfrm>
          <a:prstGeom prst="roundRect">
            <a:avLst>
              <a:gd name="adj" fmla="val 3279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840480"/>
            <a:ext cx="1033272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subtle ordering requirement.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14400" y="4402455"/>
            <a:ext cx="10332720" cy="1678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updatePoseEstimate reads the gyro and module input bundles, which Drivetrain's own periodic() refreshes each tick. For the odometry update to use fresh numbers, Drivetrain's periodic callback must run before Localizer's — it does, because Scheduler.addPeriodic runs callbacks in registration order. Declare the fields in that order in Robot.java and you never have to think about it again.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pic>
        <p:nvPicPr>
          <p:cNvPr id="17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alcula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DRIVETRAIN.JAVA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pose lives somewhere new — ask for it instead of owning 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2651760"/>
          </a:xfrm>
          <a:prstGeom prst="roundRect">
            <a:avLst>
              <a:gd name="adj" fmla="val 4138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72821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driveToPose's signature to take the pose as a supplier, and swap every getPose() inside it for pose.get()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101955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 Drive straight toward 'target' using P control, field-relative. Finishes within 5 cm. */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Command driveToPose(Pose2d target, Supplier&lt;Pose2d&gt; pose)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maxMps = DriveConstants.kMaxSpeed.in(MetersPerSecond);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runRepeatedly(() -&gt;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Pose2d current = pose.get(); // ...same body as Lesson 11 otherwise...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.whenCanceled(() -&gt; applyChassisSpeeds(new ChassisVelocities()))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.until(() -&gt; pose.get().minus(target).getTranslation().getNorm() &lt; 0.05)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.named("Drive To Pose");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448056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663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import needed — Drivetrain.java already imports java.util.function.Supplier for drive/driveFieldRelative. A future caller hands it the localizer's getter: driveToPose(target, () -&gt; robot.localizer.getPose()).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pic>
        <p:nvPicPr>
          <p:cNvPr id="16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amer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THE DOOR: A VISION PROVIDER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pose, and when it was true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72821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add yet — this is just how it's called, inside the provider you're about to write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10195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estimator.addVisionMeasurement(visionPose, timestampSeconds);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40080" y="3200400"/>
            <a:ext cx="10881360" cy="3108960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474720"/>
            <a:ext cx="1033272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timestampSeconds says WHEN that claim was true.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14400" y="4052570"/>
            <a:ext cx="10332720" cy="198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camera has captured a frame, found an AprilTag, and done the geometry, tens of milliseconds have passed, and the robot has moved. The estimator keeps a short history, rewinds to the timestamp, blends the correction in where it belongs, and replays its own updates forward.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pic>
        <p:nvPicPr>
          <p:cNvPr id="17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amer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A NEW FILE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stand-in camera: holds a pending sighting until the next tick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10881360" cy="4846320"/>
          </a:xfrm>
          <a:prstGeom prst="roundRect">
            <a:avLst>
              <a:gd name="adj" fmla="val 226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42646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62763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182880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40817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src/main/java/first/robot/subsystems/VisionPoseProvider.java — the whole file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737360"/>
            <a:ext cx="1019556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VisionPoseProvider implements PoseProvider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Pose2d m_pending = null;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/** Pretend a camera just saw the robot here. A real camera calls this on each frame. */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reportSighting(Pose2d pose)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m_pending = pose;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updatePoseEstimate(SwerveDrivePoseEstimator estimator)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(m_pending != null)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estimator.addVisionMeasurement(m_pending, Timer.getTimestamp());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Telemetry.log("Localizer/VisionPose", m_pending, Pose2d.struct);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m_pending = null;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pic>
        <p:nvPicPr>
          <p:cNvPr id="14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o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ROBOT.JAVA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matters: drivetrain, then localizer, then camera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2468880"/>
          </a:xfrm>
          <a:prstGeom prst="roundRect">
            <a:avLst>
              <a:gd name="adj" fmla="val 444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72821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Robot, with the other fields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101955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Drivetrain drivetrain = new Drivetrain();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Localizer reads the drivetrain's kinematics/rotation/module positions at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construction, so drivetrain must be built first — it already is, above.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Localizer localizer = new Localizer(drivetrain);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VisionPoseProvider camera = new VisionPoseProvider();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443484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617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fields on Robot — drivetrain, localizer, camera, in that order so the drivetrain ticks first — with the camera registered as a second provider next.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pic>
        <p:nvPicPr>
          <p:cNvPr id="16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o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ROBOT.JAVA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the camera as a second provider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10881360" cy="2148840"/>
          </a:xfrm>
          <a:prstGeom prst="roundRect">
            <a:avLst>
              <a:gd name="adj" fmla="val 5106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60934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81051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01168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9105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Robot's constructor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920240"/>
            <a:ext cx="101955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Robot()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DataLogManager.start();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Scheduler.getDefault().addEventListener(this::logCommandStart);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localizer.addProvider(camera); // the second provider — vision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pic>
        <p:nvPicPr>
          <p:cNvPr id="14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gamep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ROBOTTELEOP.JAVA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button that pretends a camera just saw us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10881360" cy="3108960"/>
          </a:xfrm>
          <a:prstGeom prst="roundRect">
            <a:avLst>
              <a:gd name="adj" fmla="val 352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42646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62763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182880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40817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button that fires a fake sighting, to RobotTeleop's constructor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737360"/>
            <a:ext cx="1019556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Pretend a camera just saw us at (2, 5) facing 90°.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robot.driverController.start().onTrue(reportFakeSighting(robot));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Command reportFakeSighting(Robot robot)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Command.noRequirements(coroutine -&gt;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robot.camera.reportSighting(new Pose2d(2.0, 5.0, Rotation2d.fromDegrees(90))))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.named("Report Fake Sighting");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457200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754880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coroutine body has no coroutine.yield() in it at all, so it runs once and the command is done on the very same tick — the same one-shot shape Lesson 9's Autos used.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000" dirty="0"/>
          </a:p>
        </p:txBody>
      </p:sp>
      <p:pic>
        <p:nvPicPr>
          <p:cNvPr id="16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3" name="Image 0" descr="/home/user/BasicRobotLessons/docs/presentations/v3/template/assets/icons/sync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KNOB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press nudges the estimate; it doesn't overwrite it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72821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add — one line in Localizer, if you want to adjust the defaults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10195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m_estimator.setVisionMeasurementStdDevs(VecBuilder.fill(0.5, 0.5, 999999));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3200400"/>
            <a:ext cx="10881360" cy="3063240"/>
          </a:xfrm>
          <a:prstGeom prst="roundRect">
            <a:avLst>
              <a:gd name="adj" fmla="val 3582"/>
            </a:avLst>
          </a:prstGeom>
          <a:solidFill>
            <a:srgbClr val="132A4C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Smaller numbers mean "trust this more."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14400" y="4023360"/>
            <a:ext cx="1033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line reads as "trust vision's x and y to about half a meter, and ignore its heading entirely" — a common real-robot choice, since the gyro's heading is usually better than a camera's. Press Start once, watch the robot slide toward (2, 5) — not a teleport, a real pull. Press it again and it slides a little further; a real camera reports dozens of times a second, so in practice the pull looks instantaneous.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000" dirty="0"/>
          </a:p>
        </p:txBody>
      </p:sp>
      <p:pic>
        <p:nvPicPr>
          <p:cNvPr id="17" name="Image 1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3" name="Image 0" descr="/home/user/BasicRobotLessons/docs/presentations/v3/template/assets/icons/clipboard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MOVE 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32A4C"/>
          </a:solidFill>
          <a:ln/>
        </p:spPr>
      </p:sp>
      <p:sp>
        <p:nvSpPr>
          <p:cNvPr id="7" name="Shape 4"/>
          <p:cNvSpPr/>
          <p:nvPr/>
        </p:nvSpPr>
        <p:spPr>
          <a:xfrm>
            <a:off x="960120" y="16916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Drift, then correct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206240" y="1773936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FF5010"/>
          </a:solidFill>
          <a:ln/>
        </p:spPr>
      </p:sp>
      <p:sp>
        <p:nvSpPr>
          <p:cNvPr id="11" name="Text 8"/>
          <p:cNvSpPr/>
          <p:nvPr/>
        </p:nvSpPr>
        <p:spPr>
          <a:xfrm>
            <a:off x="4206240" y="17739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2286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Resurrect Lesson 13's 1.1 slip multiplier, drive a lap, then press Start a few times. Watch the lie get pulled back.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217920" y="146304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32A4C"/>
          </a:solidFill>
          <a:ln/>
        </p:spPr>
      </p:sp>
      <p:sp>
        <p:nvSpPr>
          <p:cNvPr id="14" name="Shape 11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17804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camera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784080" y="1773936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FF5010"/>
          </a:solidFill>
          <a:ln/>
        </p:spPr>
      </p:sp>
      <p:sp>
        <p:nvSpPr>
          <p:cNvPr id="18" name="Text 15"/>
          <p:cNvSpPr/>
          <p:nvPr/>
        </p:nvSpPr>
        <p:spPr>
          <a:xfrm>
            <a:off x="9784080" y="17739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37960" y="2286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second VisionPoseProvider on another button. Nothing in Localizer changes — just addProvider again.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40080" y="402336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32A4C"/>
          </a:solidFill>
          <a:ln/>
        </p:spPr>
      </p:sp>
      <p:sp>
        <p:nvSpPr>
          <p:cNvPr id="21" name="Shape 18"/>
          <p:cNvSpPr/>
          <p:nvPr/>
        </p:nvSpPr>
        <p:spPr>
          <a:xfrm>
            <a:off x="960120" y="425196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600200" y="4251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it garbage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206240" y="4334256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FF5010"/>
          </a:solidFill>
          <a:ln/>
        </p:spPr>
      </p:sp>
      <p:sp>
        <p:nvSpPr>
          <p:cNvPr id="25" name="Text 22"/>
          <p:cNvSpPr/>
          <p:nvPr/>
        </p:nvSpPr>
        <p:spPr>
          <a:xfrm>
            <a:off x="4206240" y="43342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60120" y="48463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 absurd sighting like (15, 1, 0°) and press Start repeatedly. The estimate lurches toward a place the robot never was.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000" dirty="0"/>
          </a:p>
        </p:txBody>
      </p:sp>
      <p:pic>
        <p:nvPicPr>
          <p:cNvPr id="29" name="Image 1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graduationc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Localization pulled into its own class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reckoning drifts because addition never forgets — the cure is an outside reference, fused through a Localizer.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PoseProvider is the star: odometry and vision are wildly different sources, but behind one contract they're interchangeable.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Localizer isn't a Mechanism — it needs a heartbeat, not the full command-and-requirement machinery.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269480" y="1600200"/>
            <a:ext cx="4297680" cy="4434840"/>
          </a:xfrm>
          <a:prstGeom prst="roundRect">
            <a:avLst>
              <a:gd name="adj" fmla="val 2553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58952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15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589520" y="2834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Vision: Limelight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589520" y="3749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fake button-press camera with a real one, reading actual AprilTags.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589520" y="5120640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pic>
        <p:nvPicPr>
          <p:cNvPr id="13" name="Image 1" descr="/home/user/BasicRobotLessons/docs/presentations/v3/template/assets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523951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POSE ESTIMATOR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pic>
        <p:nvPicPr>
          <p:cNvPr id="16" name="Image 2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14 — The Pose Estimator</dc:title>
  <dc:subject>PptxGenJS Presentation</dc:subject>
  <dc:creator>Learn Java + Robot Programming</dc:creator>
  <cp:lastModifiedBy>Learn Java + Robot Programming</cp:lastModifiedBy>
  <cp:revision>1</cp:revision>
  <dcterms:created xsi:type="dcterms:W3CDTF">2026-09-27T19:01:21Z</dcterms:created>
  <dcterms:modified xsi:type="dcterms:W3CDTF">2026-09-27T19:01:21Z</dcterms:modified>
</cp:coreProperties>
</file>