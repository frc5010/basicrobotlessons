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8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Gyro &amp; Heading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the robot to a compass direction and stop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 control, pointed at the whole robot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Pigeon 2 to the Drivetrain, then use Lesson 5's P control to make the chassis turn to a target heading and stop — using real chassis rotation.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3558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field to an existing mechanism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a pattern on a whole-robot quantity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a helper to avoid duplicating logic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4612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35584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gyroscope and yaw (heading)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a control loop on heading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Faking a gyro by integrating commanded rate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chassis fact belongs on the Drivetrain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3063240"/>
          </a:xfrm>
          <a:prstGeom prst="roundRect">
            <a:avLst>
              <a:gd name="adj" fmla="val 35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below the modules array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Pigeon2 m_gyro = new Pigeon2(0, CANBus.systemcore(0)); // CAN ID 0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Remembered for the sim: what rotation rate did we just command?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m_lastCommandedOmega = 0.0;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m_simHeadingDegrees  = 0.0;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Robot heading in degrees (CCW positive).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double getHeadingDegrees()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m_gyro.getYaw().getValue().in(Degrees);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709160"/>
            <a:ext cx="10881360" cy="1554480"/>
          </a:xfrm>
          <a:prstGeom prst="roundRect">
            <a:avLst>
              <a:gd name="adj" fmla="val 588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module knows the chassis heading, so it lives on Drivetrain. m_lastCommandedOmega and m_simHeadingDegrees are plain mutable doubles — memory, not final hardware.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StructPublisher — one value, not an array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publisher, next to m_moduleStatesPublisher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StructPublisher&lt;Rotation2d&gt; m_headingPublisher =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NetworkTableInstance.getDefault()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.getStructTopic("Drivetrain/Heading", Rotation2d.struct)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.publish();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794760"/>
            <a:ext cx="10881360" cy="2468880"/>
          </a:xfrm>
          <a:prstGeom prst="roundRect">
            <a:avLst>
              <a:gd name="adj" fmla="val 370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6908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plain number is for line graphs; the Rotation2d is for the Swerve tab.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631055"/>
            <a:ext cx="10332720" cy="1358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StructPublisher is StructArrayPublisher's singular sibling from Lesson 7 — same bridge, one value instead of an array. Same fact, packaged for a tool that draws instead of plots.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EXTRACT A HELPER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 code is a bug with a delay on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3017520"/>
          </a:xfrm>
          <a:prstGeom prst="roundRect">
            <a:avLst>
              <a:gd name="adj" fmla="val 363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helper, then replace rotate with the one-liner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commandRotation(double omega)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m_lastCommandedOmega = omega;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(SwerveModule module : m_modules)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...same tangent-angle math rotate() already had...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rotate(double omega)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commandRotation(omega)).named("Rotate");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61772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800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rotate's whole body became one line that says what it wants; the helper holds the how. turnToHeading needs the same math with a different omega each tick — now both callers share it.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Measure, subtract, multiply, clamp,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4754880"/>
          </a:xfrm>
          <a:prstGeom prst="roundRect">
            <a:avLst>
              <a:gd name="adj" fmla="val 230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with the other command factories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Signed error to 'target', wrapped to (-180, 180].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headingError(double targetDegrees) { /* ...wrap, like Lesson 5... */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Turn to face 'targetDegrees'. Finishes when within 2°.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turnToHeading(double targetDegrees)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run(coroutine -&gt;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(Math.abs(headingError(targetDegrees)) &gt;= 2.0)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double omega = clamp(HeadingConstants.kP * headingError(targetDegrees), -0.5, 0.5);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commandRotation(omega);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coroutine.yield();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commandRotation(0.0); // reached it — stop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commandRotation(0.0))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.named("Turn To Heading");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REAL WORK EVERY PASS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just waiting — computing, every tick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coroutine.yield()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377440"/>
            <a:ext cx="4800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Suspends until the next tick — exactly what waitUntil(...) did under the hood in Lesson 6, just written out by hand because this loop has real work on every pass, not just a condition to poll.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endings, same as driveDistance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46520" y="2377440"/>
            <a:ext cx="4800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 condition calls the same headingError the loop used — "done" means "within 2° by the shortest path," and the wrap logic can't disagree with itself.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free buttons, two headings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91640"/>
          </a:xfrm>
          <a:prstGeom prst="roundRect">
            <a:avLst>
              <a:gd name="adj" fmla="val 648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taps to MyTeleop's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Tap the bottom face button to face 90°; the right face button for 0°.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robot.driverController.southFace().onTrue(robot.drivetrain.turnToHeading(90));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robot.driverController.eastFace().onTrue(robot.drivetrain.turnToHeading(0));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566160"/>
            <a:ext cx="10881360" cy="2743200"/>
          </a:xfrm>
          <a:prstGeom prst="roundRect">
            <a:avLst>
              <a:gd name="adj" fmla="val 3333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84048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Unlike Lesson 5's steerToAngle, this command finishes.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418330"/>
            <a:ext cx="10332720" cy="161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Pressing the bottom button cancels the default translate; when turnToHeading finishes (or is interrupted), the default resumes automatically — the stick comes back to life on its own.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las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loop yourself: integrate the commanded rate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Drivetrain's simulatePeriodic()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New: integrate the commanded angular rate into a fake heading.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m_simHeadingDegrees += m_lastCommandedOmega * 360.0 * 0.020; // one 20 ms tick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m_gyro.getSimState().setRawYaw(m_simHeadingDegrees);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794760"/>
            <a:ext cx="10881360" cy="2468880"/>
          </a:xfrm>
          <a:prstGeom prst="roundRect">
            <a:avLst>
              <a:gd name="adj" fmla="val 370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6908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Integrating: every tick, add rate × time to a running total.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631055"/>
            <a:ext cx="10332720" cy="1358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at 180°/s for one 20 ms tick adds 3.6°; do that fifty times a second and the total is the heading. Same command → model → fake sensor loop as Lesson 4, one line of model.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control on a whole-robot quantity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./gradlew simulateJava → My Teleop → Enabled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Drivetrain/HeadingDegrees in AdvantageScope.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761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688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 the bottom face button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3072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sweeps toward 90°, slows as it approaches, settles inside ±2°.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813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739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 Swerve tab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123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Drivetrain/Heading into the Rotation slot — the chassis diagram turns too.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86460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79145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Tune kP the Lesson 5 way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517550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small crawls; too big oscillates; just right settles quick and smooth.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2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wrap works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90°, bind turnToHeading(-170). It should sweep +100° through 180°, not -260°.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 to nearest 90°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Math.round(heading / 90.0) * 90.0 — turn to the closest multiple of 90.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the gyro at start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zeroHeading() command with one statement — no coroutine.park(), it finishes instantly.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gyro ID into Constants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kGyroPort, right alongside the twelve motor and CANcoder ports from Lesson 7.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didn't change is the point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whole robot to face 90° is the same five moves as pointing one wheel — measure, subtract, multiply, clamp, command.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second caller needs the same math, extract a helper — copied code is a bug with a delay on it.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physics doesn't exist yet, fake the sensor: integrate the commanded rate, add rate × time every tick.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9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everything into a routine that runs itself.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GYRO &amp; HEADING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8 — Gyro &amp; Heading</dc:title>
  <dc:subject>PptxGenJS Presentation</dc:subject>
  <dc:creator>Learn Java + Robot Programming</dc:creator>
  <cp:lastModifiedBy>Learn Java + Robot Programming</cp:lastModifiedBy>
  <cp:revision>1</cp:revision>
  <dcterms:created xsi:type="dcterms:W3CDTF">2026-08-25T00:17:15Z</dcterms:created>
  <dcterms:modified xsi:type="dcterms:W3CDTF">2026-08-25T00:17:15Z</dcterms:modified>
</cp:coreProperties>
</file>