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encoder tells you how far a motor turned. A gyro tells you how far the whole robot has rotated. The Pigeon 2 reports yaw — rotation about the vertical axis, i.e. heading — in degrees, 0° wherever the robot was pointing when the gyro zeroed, positive CCW (the Lesson 7 convention, holding as promised). The most important thing in this lesson is what does NOT change: turning a whole robot to face 90° turns out to be the same five moves as pointing one 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should the gyro live? Heading is a chassis fact — no single module knows it, and no single module needs it alone — so it goes on Drivetrain, not in SwerveModule and not in some new mechanism. That framing question is worth asking out loud before opening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yaw has the same shape as reading motor position: getYaw() returns a signal, .getValue().in(Degrees) pulls the number out in the unit you want. Sensors all feel alike once you've read one — that's worth naming explicitly, since it validates the pattern-recognition students have been building since Lesson 3. Notice those last two fields aren't final — they're memory, a running total the sim rewrites every tick, which is why they're plain mutable doubles and not final like the hardware fields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StructPublisher is StructArrayPublisher's singular sibling from Lesson 7's getStructArrayTopic — same bridge idea, one value instead of an array, so it's getStructTopic and .set(value) instead of .set(array). Rotation2d and NetworkTableInstance are already imported from Lesson 7, so this slots in without new plumbing beyond the publisher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rotate(omega) command from Lesson 7 does the actual module-steering math for pure rotation. turnToHeading is about to need the same math with a different omega each tick — and the sim needs to know what omega was just asked for. You could copy the tangent-angle loop into the new command. Don't — copied code is a bug with a delay on it: fix the original and the copy stays wrong. Look at what happened to rotate: its whole body became one line that says what it wants, and the helper holds the how. That's the move — when two commands need the same math, promote it to a helper, and every caller gets the m_lastCommandedOmega bookkeeping for free. One loose end worth mentioning: translate(...) from Lesson 7 needs one new line too — pure translation shouldn't leave a stale rotation rate lying around for the sim to integrate, so it sets m_lastCommandedOmega =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promised its five moves would come back — measure, subtract, multiply, clamp, command — and here they are, pointed at the whole robot. Two things differ from steerToAngle: which sensor gets measured, and that headings wrap around a circle, so the subtract step needs the wrap trick baked in (-170° to 170° should turn 20°, not 340°). The wrap logic goes in its own headingError question-method because the finish condition is about to need it too — the clamp is tighter than Lesson 5's ±1.0 on purpose, since full-power spins are violent and a heading turn never needs more than half throttle. Because the finish condition calls the same headingError the loop body used, "done" means "within 2° by the shortest path" — the wrap logic can't disagree with itself. Also worth noting: Drivetrain needs its own private clamp helper — it's a different class from SwerveModule, so it can't reach that one's private helper, even though the logic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while loop as "keep steering toward the target, one tick at a time, for as long as we're still more than 2° off." Each pass computes a fresh omega from the current error, hands it to commandRotation, then coroutine.yield() suspends until the next tick — this is precisely what Coroutine.waitUntil(...) did under the hood back in Lesson 6, just written out by hand because this loop has real work to do on every pass, not just a condition to poll. The moment the error drops under 2°, the loop exits, the line right after it commands a full stop, and the coroutine body is out of code — finished, the same way driveDistance finished in Lesson 6. And because Lesson 6's rule about endings hasn't gone anywhere, .whenCanceled(() -&gt; commandRotation(0.0)) covers the other ending — something interrupting this command before the loop ever gets to its own stop line. Two endings, two stop orders, same as driveDistance.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bottom and right face buttons are free again since Lesson 7's cleanup, which is a small but nice callback worth mentioning — the refactor really did clear things out. Because turnToHeading requires the Drivetrain, pressing the bottom button cancels the default translate command; when it finishes (or is interrupted by the right button), the default resumes automatically. Unlike Lesson 5's steerToAngle, this command finishes — so the stick comes back to life on its own the moment the robot faces 90°, with no extra code needed to hand control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real robot, commandRotation(omega) spins the four wheels tangent to the circle, the chassis rotates, and the gyro reads the result. In sim, the modules don't actually push the chassis around — that physics hasn't been built. So the loop gets closed by hand: pretend the robot rotates at the rate just commanded, and inject that back into the fake gyro. It's an honest stand-in that lets turnToHeading get developed on a laptop today; when Lesson 10 adds SwerveDriveKinematics, this can be replaced with a physics-driven simulation of the actual modules pushing the chassis around. Worth stating plainly: this is the same command → model → fake sensor → your reads loop as Lesson 4, just with a one-line model instead of a full DCMotorSim.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against this model: from a standing start, turnToHeading(90) settles inside the band in well under a second — no overshoot, no oscillation, because integrating a commanded rate has no momentum to fight, unlike the geared motors from Lesson 7. That's a clean, deliberate contrast worth naming: this control loop is easier to tune than the geared steering was, precisely because the fake gyro has no inertia. One glance at the Swerve tab now tells you what the wheels are doing and which way the robot thinks it's facing,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wrap-proving exercise is the most important of the four to actually run, not just assign: from 90°, turnToHeading(-170) should sweep +100° through 180° — the short way — not -260°, and watching the plot is what confirms the wrap logic is really doing its job rather than just compiling. zeroHeading() is a good moment to point out that a one-statement coroutine body with nothing to wait for finishes the instant it runs — the same shape as a runOnce-style setup step from Lesson 6, just realized through the coroutine body instead of a decorator.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thing in this lesson is what didn't change: turning a five-hundred-newton robot to face 90° is the same five moves as pointing one wheel — measure, subtract, multiply, clamp, command — with a gyro as the sensor and the wrap trick promoted into a headingError helper that the finish condition shares, so "done" and "which way" can never disagree. Around that came two habits worth keeping: when a second caller needs the same math, extract a helper method instead of copying — copied code is a bug with a delay on it — and when the physics doesn't exist yet, fake the sensor by integrating the commanded rate. You also wrote your first finishing command whose loop body does real per-tick work instead of just waiting — the direct, by-hand version of what coroutine.waitUntil(...) was quietly doing all along back in Lesson 6. A robot that knows its heading and can command its own motion is most of what an autonomous routine needs — Lesson 9 takes the driver out of the loop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8</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Gyro &amp; Heading</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Turn the robot to a compass direction and stop</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same P control, pointed at the whole robot</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Add a Pigeon 2 to the Drivetrain, then use Lesson 5's P control to make the chassis turn to a target heading and stop — using real chassis rotation.</a:t>
            </a:r>
            <a:endParaRPr lang="en-US" sz="21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Adding a field to an existing mechanism</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Reusing a pattern on a whole-robot quantity</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Extracting a helper to avoid duplicating logic</a:t>
            </a:r>
            <a:endParaRPr lang="en-US" sz="20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compass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gyroscope and yaw (heading)</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Closing a control loop on heading</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Faking a gyro by integrating commanded rate</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chassis fact belongs on the Drivetrain</a:t>
            </a:r>
            <a:endParaRPr lang="en-US" sz="3000" dirty="0"/>
          </a:p>
        </p:txBody>
      </p:sp>
      <p:sp>
        <p:nvSpPr>
          <p:cNvPr id="6" name="Shape 3"/>
          <p:cNvSpPr/>
          <p:nvPr/>
        </p:nvSpPr>
        <p:spPr>
          <a:xfrm>
            <a:off x="640080" y="146304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below the modules array</a:t>
            </a:r>
            <a:endParaRPr lang="en-US" sz="1500" dirty="0"/>
          </a:p>
        </p:txBody>
      </p:sp>
      <p:sp>
        <p:nvSpPr>
          <p:cNvPr id="11" name="Text 8"/>
          <p:cNvSpPr/>
          <p:nvPr/>
        </p:nvSpPr>
        <p:spPr>
          <a:xfrm>
            <a:off x="914400" y="1920240"/>
            <a:ext cx="10195560" cy="2404872"/>
          </a:xfrm>
          <a:prstGeom prst="rect">
            <a:avLst/>
          </a:prstGeom>
          <a:noFill/>
          <a:ln/>
        </p:spPr>
        <p:txBody>
          <a:bodyPr wrap="square" lIns="0" tIns="0" rIns="0" bIns="0" rtlCol="0" anchor="t"/>
          <a:lstStyle/>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private final Pigeon2 m_gyro = new Pigeon2(0, CANBus.systemcore(0)); // CAN ID 0</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Remembered for the sim: what rotation rate did we just command?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private double m_lastCommandedOmega = 0.0;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private double m_simHeadingDegrees  = 0.0;</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Robot heading in degrees (CCW positive).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double getHeadingDegrees()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m_gyro.getYaw().getValue().in(Degrees);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709160"/>
            <a:ext cx="10881360" cy="1554480"/>
          </a:xfrm>
          <a:prstGeom prst="roundRect">
            <a:avLst>
              <a:gd name="adj" fmla="val 5882"/>
            </a:avLst>
          </a:prstGeom>
          <a:solidFill>
            <a:srgbClr val="F3F6FA"/>
          </a:solidFill>
          <a:ln/>
        </p:spPr>
      </p:sp>
      <p:sp>
        <p:nvSpPr>
          <p:cNvPr id="13" name="Text 10"/>
          <p:cNvSpPr/>
          <p:nvPr/>
        </p:nvSpPr>
        <p:spPr>
          <a:xfrm>
            <a:off x="822960" y="4892040"/>
            <a:ext cx="10515600" cy="11887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 single module knows the chassis heading, so it lives on Drivetrain. m_lastCommandedOmega and m_simHeadingDegrees are plain mutable doubles — memory, not final hardware.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StructPublisher — one value, not an array</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publisher, next to m_moduleStatesPublisher</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private final StructPublisher&lt;Rotation2d&gt; m_headingPublisher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NetworkTableInstance.getDefault()</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.getStructTopic("Drivetrain/Heading", Rotation2d.struct)</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.publish();</a:t>
            </a:r>
            <a:endParaRPr lang="en-US" sz="1500" dirty="0"/>
          </a:p>
        </p:txBody>
      </p:sp>
      <p:sp>
        <p:nvSpPr>
          <p:cNvPr id="12" name="Shape 9"/>
          <p:cNvSpPr/>
          <p:nvPr/>
        </p:nvSpPr>
        <p:spPr>
          <a:xfrm>
            <a:off x="640080" y="3794760"/>
            <a:ext cx="10881360" cy="2468880"/>
          </a:xfrm>
          <a:prstGeom prst="roundRect">
            <a:avLst>
              <a:gd name="adj" fmla="val 3704"/>
            </a:avLst>
          </a:prstGeom>
          <a:solidFill>
            <a:srgbClr val="F3F6FA"/>
          </a:solidFill>
          <a:ln/>
        </p:spPr>
      </p:sp>
      <p:sp>
        <p:nvSpPr>
          <p:cNvPr id="13" name="Text 10"/>
          <p:cNvSpPr/>
          <p:nvPr/>
        </p:nvSpPr>
        <p:spPr>
          <a:xfrm>
            <a:off x="914400" y="406908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 plain number is for line graphs; the Rotation2d is for the Swerve tab.</a:t>
            </a:r>
            <a:endParaRPr lang="en-US" sz="2100" dirty="0"/>
          </a:p>
        </p:txBody>
      </p:sp>
      <p:sp>
        <p:nvSpPr>
          <p:cNvPr id="14" name="Text 11"/>
          <p:cNvSpPr/>
          <p:nvPr/>
        </p:nvSpPr>
        <p:spPr>
          <a:xfrm>
            <a:off x="914400" y="4631055"/>
            <a:ext cx="10332720" cy="135826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StructPublisher is StructArrayPublisher's singular sibling from Lesson 7 — same bridge, one value instead of an array. Same fact, packaged for a tool that draws instead of plots.</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EXTRACT A HELPER</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Copied code is a bug with a delay on it</a:t>
            </a:r>
            <a:endParaRPr lang="en-US" sz="3000" dirty="0"/>
          </a:p>
        </p:txBody>
      </p:sp>
      <p:sp>
        <p:nvSpPr>
          <p:cNvPr id="6" name="Shape 3"/>
          <p:cNvSpPr/>
          <p:nvPr/>
        </p:nvSpPr>
        <p:spPr>
          <a:xfrm>
            <a:off x="640080" y="1371600"/>
            <a:ext cx="10881360" cy="3017520"/>
          </a:xfrm>
          <a:prstGeom prst="roundRect">
            <a:avLst>
              <a:gd name="adj" fmla="val 363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a helper, then replace rotate with the one-liner</a:t>
            </a:r>
            <a:endParaRPr lang="en-US" sz="1500" dirty="0"/>
          </a:p>
        </p:txBody>
      </p:sp>
      <p:sp>
        <p:nvSpPr>
          <p:cNvPr id="11" name="Text 8"/>
          <p:cNvSpPr/>
          <p:nvPr/>
        </p:nvSpPr>
        <p:spPr>
          <a:xfrm>
            <a:off x="914400" y="1828800"/>
            <a:ext cx="10195560" cy="235915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commandRotation(double omega)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m_lastCommandedOmega = omega;</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...same tangent-angle math rotate() already had...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a:p>
            <a:pPr indent="0" marL="0">
              <a:lnSpc>
                <a:spcPct val="120000"/>
              </a:lnSpc>
              <a:buNone/>
            </a:pP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rotate(double omega)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return runRepeatedly(() -&gt; commandRotation(omega)).named("Rotate");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617720"/>
            <a:ext cx="10881360" cy="1737360"/>
          </a:xfrm>
          <a:prstGeom prst="roundRect">
            <a:avLst>
              <a:gd name="adj" fmla="val 5263"/>
            </a:avLst>
          </a:prstGeom>
          <a:solidFill>
            <a:srgbClr val="F3F6FA"/>
          </a:solidFill>
          <a:ln/>
        </p:spPr>
      </p:sp>
      <p:sp>
        <p:nvSpPr>
          <p:cNvPr id="13" name="Text 10"/>
          <p:cNvSpPr/>
          <p:nvPr/>
        </p:nvSpPr>
        <p:spPr>
          <a:xfrm>
            <a:off x="822960" y="4800600"/>
            <a:ext cx="10515600" cy="13716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rotate's whole body became one line that says what it wants; the helper holds the how. turnToHeading needs the same math with a different omega each tick — now both callers share it.</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Measure, subtract, multiply, clamp, command</a:t>
            </a:r>
            <a:endParaRPr lang="en-US" sz="3000" dirty="0"/>
          </a:p>
        </p:txBody>
      </p:sp>
      <p:sp>
        <p:nvSpPr>
          <p:cNvPr id="6" name="Shape 3"/>
          <p:cNvSpPr/>
          <p:nvPr/>
        </p:nvSpPr>
        <p:spPr>
          <a:xfrm>
            <a:off x="640080" y="1280160"/>
            <a:ext cx="10881360" cy="4754880"/>
          </a:xfrm>
          <a:prstGeom prst="roundRect">
            <a:avLst>
              <a:gd name="adj" fmla="val 230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with the other command factories</a:t>
            </a:r>
            <a:endParaRPr lang="en-US" sz="1500" dirty="0"/>
          </a:p>
        </p:txBody>
      </p:sp>
      <p:sp>
        <p:nvSpPr>
          <p:cNvPr id="11" name="Text 8"/>
          <p:cNvSpPr/>
          <p:nvPr/>
        </p:nvSpPr>
        <p:spPr>
          <a:xfrm>
            <a:off x="914400" y="1737360"/>
            <a:ext cx="10195560" cy="409651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Signed error to 'target', wrapped to (-180, 180].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private double headingError(double targetDegrees) { /* ...wrap, like Lesson 5... */ }</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Turn to face 'targetDegrees'. Finishes when within 2°.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turnToHeading(double targetDegrees)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run(coroutine -&gt;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while (Math.abs(headingError(targetDegrees)) &gt;= 2.0)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omega = clamp(HeadingConstants.kP * headingError(targetDegrees), -0.5, 0.5);</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commandRotation(omega);</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coroutine.yield();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commandRotation(0.0); // reached it — stop</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.whenCanceled(() -&gt; commandRotation(0.0))</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.named("Turn To Heading");</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REAL WORK EVERY PASS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Not just waiting — computing, every tick</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sp>
      <p:sp>
        <p:nvSpPr>
          <p:cNvPr id="7" name="Text 4"/>
          <p:cNvSpPr/>
          <p:nvPr/>
        </p:nvSpPr>
        <p:spPr>
          <a:xfrm>
            <a:off x="914400" y="192024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coroutine.yield()</a:t>
            </a:r>
            <a:endParaRPr lang="en-US" sz="2100" dirty="0"/>
          </a:p>
        </p:txBody>
      </p:sp>
      <p:sp>
        <p:nvSpPr>
          <p:cNvPr id="8" name="Text 5"/>
          <p:cNvSpPr/>
          <p:nvPr/>
        </p:nvSpPr>
        <p:spPr>
          <a:xfrm>
            <a:off x="914400" y="2377440"/>
            <a:ext cx="4800600" cy="329184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Suspends until the next tick — exactly what waitUntil(...) did under the hood in Lesson 6, just written out by hand because this loop has real work on every pass, not just a condition to poll.</a:t>
            </a:r>
            <a:endParaRPr lang="en-US" sz="2000" dirty="0"/>
          </a:p>
        </p:txBody>
      </p:sp>
      <p:sp>
        <p:nvSpPr>
          <p:cNvPr id="9" name="Shape 6"/>
          <p:cNvSpPr/>
          <p:nvPr/>
        </p:nvSpPr>
        <p:spPr>
          <a:xfrm>
            <a:off x="6172200" y="1691640"/>
            <a:ext cx="5349240" cy="4160520"/>
          </a:xfrm>
          <a:prstGeom prst="roundRect">
            <a:avLst>
              <a:gd name="adj" fmla="val 2637"/>
            </a:avLst>
          </a:prstGeom>
          <a:solidFill>
            <a:srgbClr val="132A4C"/>
          </a:solidFill>
          <a:ln/>
        </p:spPr>
      </p:sp>
      <p:sp>
        <p:nvSpPr>
          <p:cNvPr id="10" name="Text 7"/>
          <p:cNvSpPr/>
          <p:nvPr/>
        </p:nvSpPr>
        <p:spPr>
          <a:xfrm>
            <a:off x="6446520" y="1920240"/>
            <a:ext cx="4800600" cy="365760"/>
          </a:xfrm>
          <a:prstGeom prst="rect">
            <a:avLst/>
          </a:prstGeom>
          <a:noFill/>
          <a:ln/>
        </p:spPr>
        <p:txBody>
          <a:bodyPr wrap="square" lIns="0" tIns="0" rIns="0" bIns="0" rtlCol="0" anchor="ctr"/>
          <a:lstStyle/>
          <a:p>
            <a:pPr indent="0" marL="0">
              <a:buNone/>
            </a:pPr>
            <a:r>
              <a:rPr lang="en-US" sz="2100" b="1" dirty="0">
                <a:solidFill>
                  <a:srgbClr val="FF5010"/>
                </a:solidFill>
                <a:latin typeface="Cambria" pitchFamily="34" charset="0"/>
                <a:ea typeface="Cambria" pitchFamily="34" charset="-122"/>
                <a:cs typeface="Cambria" pitchFamily="34" charset="-120"/>
              </a:rPr>
              <a:t>Two endings, same as driveDistance</a:t>
            </a:r>
            <a:endParaRPr lang="en-US" sz="2100" dirty="0"/>
          </a:p>
        </p:txBody>
      </p:sp>
      <p:sp>
        <p:nvSpPr>
          <p:cNvPr id="11" name="Text 8"/>
          <p:cNvSpPr/>
          <p:nvPr/>
        </p:nvSpPr>
        <p:spPr>
          <a:xfrm>
            <a:off x="6446520" y="2377440"/>
            <a:ext cx="4800600" cy="329184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The finish condition calls the same headingError the loop used — "done" means "within 2° by the shortest path," and the wrap logic can't disagree with itself.</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Two free buttons, two headings</a:t>
            </a:r>
            <a:endParaRPr lang="en-US" sz="3000" dirty="0"/>
          </a:p>
        </p:txBody>
      </p:sp>
      <p:sp>
        <p:nvSpPr>
          <p:cNvPr id="6" name="Shape 3"/>
          <p:cNvSpPr/>
          <p:nvPr/>
        </p:nvSpPr>
        <p:spPr>
          <a:xfrm>
            <a:off x="640080" y="160020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two taps to MyTeleop's constructor</a:t>
            </a:r>
            <a:endParaRPr lang="en-US" sz="1500" dirty="0"/>
          </a:p>
        </p:txBody>
      </p:sp>
      <p:sp>
        <p:nvSpPr>
          <p:cNvPr id="11" name="Text 8"/>
          <p:cNvSpPr/>
          <p:nvPr/>
        </p:nvSpPr>
        <p:spPr>
          <a:xfrm>
            <a:off x="914400" y="2057400"/>
            <a:ext cx="10195560" cy="103327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Tap the bottom face button to face 90°; the right face button for 0°.</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robot.driverController.southFace().onTrue(robot.drivetrain.turnToHeading(90));</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robot.driverController.eastFace().onTrue(robot.drivetrain.turnToHeading(0));</a:t>
            </a:r>
            <a:endParaRPr lang="en-US" sz="1600" dirty="0"/>
          </a:p>
        </p:txBody>
      </p:sp>
      <p:sp>
        <p:nvSpPr>
          <p:cNvPr id="12" name="Shape 9"/>
          <p:cNvSpPr/>
          <p:nvPr/>
        </p:nvSpPr>
        <p:spPr>
          <a:xfrm>
            <a:off x="640080" y="3566160"/>
            <a:ext cx="10881360" cy="2743200"/>
          </a:xfrm>
          <a:prstGeom prst="roundRect">
            <a:avLst>
              <a:gd name="adj" fmla="val 3333"/>
            </a:avLst>
          </a:prstGeom>
          <a:solidFill>
            <a:srgbClr val="F3F6FA"/>
          </a:solidFill>
          <a:ln/>
        </p:spPr>
      </p:sp>
      <p:sp>
        <p:nvSpPr>
          <p:cNvPr id="13" name="Text 10"/>
          <p:cNvSpPr/>
          <p:nvPr/>
        </p:nvSpPr>
        <p:spPr>
          <a:xfrm>
            <a:off x="914400" y="38404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Unlike Lesson 5's steerToAngle, this command finishes.</a:t>
            </a:r>
            <a:endParaRPr lang="en-US" sz="2200" dirty="0"/>
          </a:p>
        </p:txBody>
      </p:sp>
      <p:sp>
        <p:nvSpPr>
          <p:cNvPr id="14" name="Text 11"/>
          <p:cNvSpPr/>
          <p:nvPr/>
        </p:nvSpPr>
        <p:spPr>
          <a:xfrm>
            <a:off x="914400" y="4418330"/>
            <a:ext cx="10332720" cy="161671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Pressing the bottom button cancels the default translate; when turnToHeading finishes (or is interrupted), the default resumes automatically — the stick comes back to life on its own.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Close the loop yourself: integrate the commanded rate</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Drivetrain's simulatePeriodic()</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New: integrate the commanded angular rate into a fake heading.</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m_simHeadingDegrees += m_lastCommandedOmega * 360.0 * 0.020; // one 20 ms tick</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m_gyro.getSimState().setRawYaw(m_simHeadingDegrees);</a:t>
            </a:r>
            <a:endParaRPr lang="en-US" sz="1500" dirty="0"/>
          </a:p>
        </p:txBody>
      </p:sp>
      <p:sp>
        <p:nvSpPr>
          <p:cNvPr id="12" name="Shape 9"/>
          <p:cNvSpPr/>
          <p:nvPr/>
        </p:nvSpPr>
        <p:spPr>
          <a:xfrm>
            <a:off x="640080" y="3794760"/>
            <a:ext cx="10881360" cy="2468880"/>
          </a:xfrm>
          <a:prstGeom prst="roundRect">
            <a:avLst>
              <a:gd name="adj" fmla="val 3704"/>
            </a:avLst>
          </a:prstGeom>
          <a:solidFill>
            <a:srgbClr val="F3F6FA"/>
          </a:solidFill>
          <a:ln/>
        </p:spPr>
      </p:sp>
      <p:sp>
        <p:nvSpPr>
          <p:cNvPr id="13" name="Text 10"/>
          <p:cNvSpPr/>
          <p:nvPr/>
        </p:nvSpPr>
        <p:spPr>
          <a:xfrm>
            <a:off x="914400" y="406908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Integrating: every tick, add rate × time to a running total.</a:t>
            </a:r>
            <a:endParaRPr lang="en-US" sz="2100" dirty="0"/>
          </a:p>
        </p:txBody>
      </p:sp>
      <p:sp>
        <p:nvSpPr>
          <p:cNvPr id="14" name="Text 11"/>
          <p:cNvSpPr/>
          <p:nvPr/>
        </p:nvSpPr>
        <p:spPr>
          <a:xfrm>
            <a:off x="914400" y="4631055"/>
            <a:ext cx="10332720" cy="135826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Rotating at 180°/s for one 20 ms tick adds 3.6°; do that fifty times a second and the total is the heading. Same command → model → fake sensor loop as Lesson 4, one line of model.</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 control on a whole-robot quantity</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./gradlew simulateJava → My Teleop → Enabled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Plot Drivetrain/HeadingDegrees in AdvantageScope.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Press the bottom face button</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Heading sweeps toward 90°, slows as it approaches, settles inside ±2°.</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Watch the Swerve tab</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Drop Drivetrain/Heading into the Rotation slot — the chassis diagram turns too.</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Tune kP the Lesson 5 way</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Too small crawls; too big oscillates; just right settles quick and smooth.</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GYRO &amp; HEADING</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Prove the wrap works</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From 90°, bind turnToHeading(-170). It should sweep +100° through 180°, not -260°.</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Snap to nearest 90°</a:t>
            </a:r>
            <a:endParaRPr lang="en-US" sz="2000" dirty="0"/>
          </a:p>
        </p:txBody>
      </p:sp>
      <p:sp>
        <p:nvSpPr>
          <p:cNvPr id="15" name="Text 12"/>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Math.round(heading / 90.0) * 90.0 — turn to the closest multiple of 90.</a:t>
            </a:r>
            <a:endParaRPr lang="en-US" sz="2000" dirty="0"/>
          </a:p>
        </p:txBody>
      </p:sp>
      <p:sp>
        <p:nvSpPr>
          <p:cNvPr id="16" name="Shape 13"/>
          <p:cNvSpPr/>
          <p:nvPr/>
        </p:nvSpPr>
        <p:spPr>
          <a:xfrm>
            <a:off x="640080" y="4023360"/>
            <a:ext cx="5303520" cy="2286000"/>
          </a:xfrm>
          <a:prstGeom prst="roundRect">
            <a:avLst>
              <a:gd name="adj" fmla="val 4800"/>
            </a:avLst>
          </a:prstGeom>
          <a:solidFill>
            <a:srgbClr val="132A4C"/>
          </a:solidFill>
          <a:ln/>
        </p:spPr>
      </p:sp>
      <p:sp>
        <p:nvSpPr>
          <p:cNvPr id="17" name="Shape 14"/>
          <p:cNvSpPr/>
          <p:nvPr/>
        </p:nvSpPr>
        <p:spPr>
          <a:xfrm>
            <a:off x="960120" y="4251960"/>
            <a:ext cx="457200" cy="457200"/>
          </a:xfrm>
          <a:prstGeom prst="ellipse">
            <a:avLst/>
          </a:prstGeom>
          <a:solidFill>
            <a:srgbClr val="1B9AAA"/>
          </a:solidFill>
          <a:ln/>
        </p:spPr>
      </p:sp>
      <p:sp>
        <p:nvSpPr>
          <p:cNvPr id="18" name="Text 15"/>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Zero the gyro at start</a:t>
            </a:r>
            <a:endParaRPr lang="en-US" sz="2000" dirty="0"/>
          </a:p>
        </p:txBody>
      </p:sp>
      <p:sp>
        <p:nvSpPr>
          <p:cNvPr id="20" name="Text 17"/>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A zeroHeading() command with one statement — no coroutine.park(), it finishes instantly.</a:t>
            </a:r>
            <a:endParaRPr lang="en-US" sz="2000" dirty="0"/>
          </a:p>
        </p:txBody>
      </p:sp>
      <p:sp>
        <p:nvSpPr>
          <p:cNvPr id="21" name="Shape 18"/>
          <p:cNvSpPr/>
          <p:nvPr/>
        </p:nvSpPr>
        <p:spPr>
          <a:xfrm>
            <a:off x="6217920" y="4023360"/>
            <a:ext cx="5303520" cy="2286000"/>
          </a:xfrm>
          <a:prstGeom prst="roundRect">
            <a:avLst>
              <a:gd name="adj" fmla="val 4800"/>
            </a:avLst>
          </a:prstGeom>
          <a:solidFill>
            <a:srgbClr val="132A4C"/>
          </a:solidFill>
          <a:ln/>
        </p:spPr>
      </p:sp>
      <p:sp>
        <p:nvSpPr>
          <p:cNvPr id="22" name="Shape 19"/>
          <p:cNvSpPr/>
          <p:nvPr/>
        </p:nvSpPr>
        <p:spPr>
          <a:xfrm>
            <a:off x="6537960" y="4251960"/>
            <a:ext cx="457200" cy="457200"/>
          </a:xfrm>
          <a:prstGeom prst="ellipse">
            <a:avLst/>
          </a:prstGeom>
          <a:solidFill>
            <a:srgbClr val="1B9AAA"/>
          </a:solidFill>
          <a:ln/>
        </p:spPr>
      </p:sp>
      <p:sp>
        <p:nvSpPr>
          <p:cNvPr id="23" name="Text 20"/>
          <p:cNvSpPr/>
          <p:nvPr/>
        </p:nvSpPr>
        <p:spPr>
          <a:xfrm>
            <a:off x="653796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4" name="Text 21"/>
          <p:cNvSpPr/>
          <p:nvPr/>
        </p:nvSpPr>
        <p:spPr>
          <a:xfrm>
            <a:off x="717804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Move the gyro ID into Constants</a:t>
            </a:r>
            <a:endParaRPr lang="en-US" sz="2000" dirty="0"/>
          </a:p>
        </p:txBody>
      </p:sp>
      <p:sp>
        <p:nvSpPr>
          <p:cNvPr id="25" name="Text 22"/>
          <p:cNvSpPr/>
          <p:nvPr/>
        </p:nvSpPr>
        <p:spPr>
          <a:xfrm>
            <a:off x="653796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kGyroPort, right alongside the twelve motor and CANcoder ports from Lesson 7.</a:t>
            </a:r>
            <a:endParaRPr lang="en-US" sz="2000" dirty="0"/>
          </a:p>
        </p:txBody>
      </p:sp>
      <p:sp>
        <p:nvSpPr>
          <p:cNvPr id="26" name="Text 2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GYRO &amp; HEADING</a:t>
            </a:r>
            <a:endParaRPr lang="en-US" sz="2000" dirty="0"/>
          </a:p>
        </p:txBody>
      </p:sp>
      <p:sp>
        <p:nvSpPr>
          <p:cNvPr id="27" name="Text 2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11</a:t>
            </a:r>
            <a:endParaRPr lang="en-US" sz="2000" dirty="0"/>
          </a:p>
        </p:txBody>
      </p:sp>
      <p:pic>
        <p:nvPicPr>
          <p:cNvPr id="28"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What didn't change is the point</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Turning a whole robot to face 90° is the same five moves as pointing one wheel — measure, subtract, multiply, clamp, command.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When a second caller needs the same math, extract a helper — copied code is a bug with a delay on it.</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When the physics doesn't exist yet, fake the sensor: integrate the commanded rate, add rate × time every tick.</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9</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Autonomous</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Combine everything into a routine that runs itself.</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GYRO &amp; HEADING</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 Gyro &amp; Heading</dc:title>
  <dc:subject>PptxGenJS Presentation</dc:subject>
  <dc:creator>Learn Java + Robot Programming</dc:creator>
  <cp:lastModifiedBy>Learn Java + Robot Programming</cp:lastModifiedBy>
  <cp:revision>1</cp:revision>
  <dcterms:created xsi:type="dcterms:W3CDTF">2026-08-25T23:18:30Z</dcterms:created>
  <dcterms:modified xsi:type="dcterms:W3CDTF">2026-08-25T23:18:30Z</dcterms:modified>
</cp:coreProperties>
</file>