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1215" y="3834811"/>
            <a:ext cx="3291840" cy="256598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777240" y="1874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4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31520" y="2331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Simulation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777240" y="36118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the motor move on your laptop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7724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89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WPILib 2027 Alpha  ·  Commands V3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bullsey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Give the sim motor a physics model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280160"/>
          </a:xfrm>
          <a:prstGeom prst="roundRect">
            <a:avLst>
              <a:gd name="adj" fmla="val 7143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60120" y="1737360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the position and velocity plots from Lesson 3 actually respond to what you command — no real robot required.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9" name="Image 1" descr="/home/user/BasicRobotLessons/docs/presentations/v3/template/assets/icons/cod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21868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31363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JAVA CONCEPTS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685800" y="3675888"/>
            <a:ext cx="52578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Objects that model the real world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simulationPeriodic() — a sim-only tick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 — objects passed into objects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6309360" y="3108960"/>
            <a:ext cx="457200" cy="457200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13" name="Image 2" descr="/home/user/BasicRobotLessons/docs/presentations/v3/template/assets/icons/flask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321868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03720" y="31363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ROBOT CONCEPTS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6355080" y="3675888"/>
            <a:ext cx="52578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simulation matters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Phoenix 6 sim state — the bridge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DCMotorSim — a motor + load model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sim code lives on Robot</a:t>
            </a:r>
            <a:endParaRPr lang="en-US" sz="2000" dirty="0"/>
          </a:p>
        </p:txBody>
      </p:sp>
      <p:sp>
        <p:nvSpPr>
          <p:cNvPr id="16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SIMULATION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pic>
        <p:nvPicPr>
          <p:cNvPr id="18" name="Image 3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flas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WHY SIMULATE?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has mass until you tell it to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4434840"/>
          </a:xfrm>
          <a:prstGeom prst="roundRect">
            <a:avLst>
              <a:gd name="adj" fmla="val 2474"/>
            </a:avLst>
          </a:prstGeom>
          <a:solidFill>
            <a:srgbClr val="132A4C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82880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Simulation is not a video game that comes with physics built in.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14400" y="2743200"/>
            <a:ext cx="10332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1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real robot, code that spins a motor produces motion because the universe handles the physics for free. In sim, nothing has mass or inertia unless you tell it to — that's why the plots sat flat at the end of Lesson 3. The sim motor isn't broken; it's sitting in a world with no physics yet.</a:t>
            </a:r>
            <a:endParaRPr lang="en-US" sz="2100" dirty="0"/>
          </a:p>
          <a:p>
            <a:pPr indent="0" marL="0">
              <a:lnSpc>
                <a:spcPct val="130000"/>
              </a:lnSpc>
              <a:buNone/>
            </a:pPr>
            <a:endParaRPr lang="en-US" sz="2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1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object that takes the voltage your code applies and computes how fast a real motor would spin fixes that — feed the motion back into the TalonFX, and getVelocity()/getPosition() report believable numbers.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SIMULATION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pic>
        <p:nvPicPr>
          <p:cNvPr id="11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g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DRIVEMODULE.JAVA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objects do the work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3200400"/>
          </a:xfrm>
          <a:prstGeom prst="roundRect">
            <a:avLst>
              <a:gd name="adj" fmla="val 3429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DriveModule, directly below m_driveMotor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10195560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final TalonFX m_driveMotor =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new TalonFX(Constants.DriveConstants.kDriveMotorPort, CANBus.systemcore(0));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bridge: lets us push fake sensor values into the TalonFX during sim.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final TalonFXSimState m_driveSim = m_driveMotor.getSimState();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physics: one Kraken X60 motor spinning a small inertia.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final DCMotorSim m_driveModel =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new DCMotorSim(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Models.singleJointedArmFromPhysicalConstants(DCMotor.getKrakenX60(1), 0.001, 1.0),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DCMotor.getKrakenX60(1));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SIMULATION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pic>
        <p:nvPicPr>
          <p:cNvPr id="14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ub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COMPOSITION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Objects built from objects, handed one into the next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874520"/>
            <a:ext cx="480060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Field order is not cosmetic.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914400" y="2452370"/>
            <a:ext cx="4800600" cy="3125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initialize top to bottom. m_driveSim is built by asking the motor for its sim state, so the motor has to exist first — put it above and the compiler refuses outright.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17220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6446520" y="1874520"/>
            <a:ext cx="480060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it inside-out.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6446520" y="2452370"/>
            <a:ext cx="4800600" cy="3125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DCMotor describes the motor. Models.singleJointedArmFromPhysicalConstants(motor, inertia, gearing) builds the math. new DCMotorSim(...) wraps it into something you can step forward in time.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SIMULATION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pic>
        <p:nvPicPr>
          <p:cNvPr id="14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syncal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DRIVEMODULE.JAVA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steps, once per tick, sim only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10881360" cy="4480560"/>
          </a:xfrm>
          <a:prstGeom prst="roundRect">
            <a:avLst>
              <a:gd name="adj" fmla="val 2449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60934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81051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01168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9105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DriveModule, below getPositionRotations()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920240"/>
            <a:ext cx="10195560" cy="382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void simulatePeriodic()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1. Tell the sim the battery voltage available.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m_driveSim.setSupplyVoltage(RobotController.getBatteryVoltage());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2. Read the voltage the TalonFX is applying.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double appliedVolts = m_driveSim.getMotorVoltage();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3. Feed it into the model, advance time by one tick (20 ms).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m_driveModel.setInputVoltage(appliedVolts);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m_driveModel.update(0.020);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4. Push the resulting motion BACK into the fake encoder.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m_driveSim.setRawRotorPosition(m_driveModel.getAngularPosition() / (2 * Math.PI));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m_driveSim.setRotorVelocity(m_driveModel.getAngularVelocity() / (2 * Math.PI));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SIMULATION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pic>
        <p:nvPicPr>
          <p:cNvPr id="14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syncal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THE PICTURE TO KEEP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Command out as voltage, motion back as sensor reads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737360"/>
            <a:ext cx="10881360" cy="2514600"/>
          </a:xfrm>
          <a:prstGeom prst="roundRect">
            <a:avLst>
              <a:gd name="adj" fmla="val 4364"/>
            </a:avLst>
          </a:prstGeom>
          <a:solidFill>
            <a:srgbClr val="132A4C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87452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add — a picture of the loop, not code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914400" y="2286000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setThrottle(0.3)  →  TalonFX applies volts  →  getMotorVoltage()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14400" y="27889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B9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↑                                                                    ↓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914400" y="3200400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setRawRotorPosition  ←  DCMotorSim computes motion (update)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40080" y="4434840"/>
            <a:ext cx="108813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100" i="1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unit note: DCMotorSim reports radians and radians/sec, but setRawRotorPosition and setRotorVelocity want rotations. Skip the ÷ 2π and your plots lie by a factor of about 6.3.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SIMULATION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pic>
        <p:nvPicPr>
          <p:cNvPr id="14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plug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ROBOT.JAVA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sim-only sibling of robotPeriodic()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2286000"/>
          </a:xfrm>
          <a:prstGeom prst="roundRect">
            <a:avLst>
              <a:gd name="adj" fmla="val 480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Robot, below robotPeriodic()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1019556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@Override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void simulationPeriodic() {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module.simulatePeriodic();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40080" y="3931920"/>
            <a:ext cx="10881360" cy="2468880"/>
          </a:xfrm>
          <a:prstGeom prst="roundRect">
            <a:avLst>
              <a:gd name="adj" fmla="val 3704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4206240"/>
            <a:ext cx="10332720" cy="927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Called on the same schedule as robotPeriodic() — except only in simulation.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914400" y="5133340"/>
            <a:ext cx="10332720" cy="993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real robot it never runs, so nothing inside can leak onto the field. As more mechanisms arrive, each one's simulatePeriodic() gets called from here.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SIMULATION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play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RUN IT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payoff Lesson 3 promised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70992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7099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371600" y="163677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./gradlew simulateJava → My Teleop → Enabled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371600" y="202082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the stick and watch the Lesson 3 plots.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40080" y="289864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28986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1371600" y="282549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Velocity ramps up, then back to zero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371600" y="320954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a real motor accelerating.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40080" y="408736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" y="40873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1371600" y="401421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Position climbs while driving, holds when stopped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371600" y="439826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robot you can develop against with no hardware on the bench.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SIMULATION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000" dirty="0"/>
          </a:p>
        </p:txBody>
      </p:sp>
      <p:pic>
        <p:nvPicPr>
          <p:cNvPr id="20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clipboardchec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MOVE ON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7" name="Shape 4"/>
          <p:cNvSpPr/>
          <p:nvPr/>
        </p:nvSpPr>
        <p:spPr>
          <a:xfrm>
            <a:off x="96012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8" name="Text 5"/>
          <p:cNvSpPr/>
          <p:nvPr/>
        </p:nvSpPr>
        <p:spPr>
          <a:xfrm>
            <a:off x="96012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60020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the inertia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96012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0.001 to 0.05. Does velocity reach full speed faster or slower? Explain why.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21792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2" name="Shape 9"/>
          <p:cNvSpPr/>
          <p:nvPr/>
        </p:nvSpPr>
        <p:spPr>
          <a:xfrm>
            <a:off x="653796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3" name="Text 10"/>
          <p:cNvSpPr/>
          <p:nvPr/>
        </p:nvSpPr>
        <p:spPr>
          <a:xfrm>
            <a:off x="65379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17804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Command a step input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53796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driveAtSpeed(0.3) to 1.0 and watch the S-shaped velocity ramp.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640080" y="402336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7" name="Shape 14"/>
          <p:cNvSpPr/>
          <p:nvPr/>
        </p:nvSpPr>
        <p:spPr>
          <a:xfrm>
            <a:off x="960120" y="4251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8" name="Text 15"/>
          <p:cNvSpPr/>
          <p:nvPr/>
        </p:nvSpPr>
        <p:spPr>
          <a:xfrm>
            <a:off x="96012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1600200" y="42519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 applied volts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960120" y="48463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SmartDashboard.putNumber inside simulatePeriodic() — a sim-only logTelemetry().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SIMULATION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000" dirty="0"/>
          </a:p>
        </p:txBody>
      </p:sp>
      <p:pic>
        <p:nvPicPr>
          <p:cNvPr id="23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raduationca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LEARNED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Simulation isn't magic — you model it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60020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 state is the bridge; DCMotorSim is the physics; simulationPeriodic() is where you step it, one 20ms tick at a time.</a:t>
            </a:r>
            <a:endParaRPr lang="en-US" sz="20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Composition: objects built from objects, and a field-order rule — the dependency comes first.</a:t>
            </a:r>
            <a:endParaRPr lang="en-US" sz="20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loop: command → voltage → model → fake encoder → your reads. Everything downstream can't tell sim from reality.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269480" y="1600200"/>
            <a:ext cx="4297680" cy="4434840"/>
          </a:xfrm>
          <a:prstGeom prst="roundRect">
            <a:avLst>
              <a:gd name="adj" fmla="val 2553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/>
          <p:nvPr/>
        </p:nvSpPr>
        <p:spPr>
          <a:xfrm>
            <a:off x="75895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589520" y="23317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5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589520" y="283464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Steering with P Control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589520" y="374904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first feedback controller — the single most important idea in robotics.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7589520" y="5120640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13" name="Image 1" descr="/home/user/BasicRobotLessons/docs/presentations/v3/template/assets/icons/arrowrigh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8392" y="5239512"/>
            <a:ext cx="265176" cy="26517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SIMULATION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000" dirty="0"/>
          </a:p>
        </p:txBody>
      </p:sp>
      <p:pic>
        <p:nvPicPr>
          <p:cNvPr id="16" name="Image 2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4 — Simulation</dc:title>
  <dc:subject>PptxGenJS Presentation</dc:subject>
  <dc:creator>Learn Java + Robot Programming</dc:creator>
  <cp:lastModifiedBy>Learn Java + Robot Programming</cp:lastModifiedBy>
  <cp:revision>1</cp:revision>
  <dcterms:created xsi:type="dcterms:W3CDTF">2026-08-23T17:40:38Z</dcterms:created>
  <dcterms:modified xsi:type="dcterms:W3CDTF">2026-08-23T17:40:38Z</dcterms:modified>
</cp:coreProperties>
</file>