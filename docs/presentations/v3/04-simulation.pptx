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move on your laptop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sim motor a physics model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the position and velocity plots from Lesson 3 actually respond to what you command — no real robot required.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that model the real world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simulationPeriodic() — a sim-only tick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objects passed into objects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simulation matters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6 sim state — the bridge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DCMotorSim — a motor + load model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sim code lives on Robot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SIMULATE?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has mass until you tell it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4434840"/>
          </a:xfrm>
          <a:prstGeom prst="roundRect">
            <a:avLst>
              <a:gd name="adj" fmla="val 2474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 not a video game that comes with physics built 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10332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robot, code that spins a motor produces motion because the universe handles the physics for free. In sim, nothing has mass or inertia unless you tell it to — that's why the plots sat flat at the end of Lesson 3. The sim motor isn't broken; it's sitting in a world with no physics yet.</a:t>
            </a: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that takes the voltage your code applies and computes how fast a real motor would spin fixes that — feed the motion back into the TalonFX, and getVelocity()/getPosition() report believable numbers.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objects do the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926080"/>
          </a:xfrm>
          <a:prstGeom prst="roundRect">
            <a:avLst>
              <a:gd name="adj" fmla="val 375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m_driveMotor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TalonFX(Constants.DriveConstants.kDriveMotorPort, CANBus.systemcore(0));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bridge: lets us push fake sensor values into the TalonFX during sim.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m_driveSim = m_driveMotor.getSimState();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physics: one Kraken X60 motor spinning a small inertia.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m_driveModel 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0.001, 1.0),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COMPOSITION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built from objects, handed one into the next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order is not cosmetic.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initialize top to bottom. m_driveSim is built by asking the motor for its sim state, so the motor has to exist first — put it above and the compiler refuses outright.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inside-out.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452370"/>
            <a:ext cx="4800600" cy="312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DCMotor describes the motor. Models.singleJointedArmFromPhysicalConstants(motor, inertia, gearing) builds the math. new DCMotorSim(...) wraps it into something you can step forward in time.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once per tick, sim only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429768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simulatePeriodic()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1. Tell the sim the battery voltage available.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m_driveSim.setSupplyVoltage(RobotController.getBatteryVoltage());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2. Read the voltage the TalonFX is applying.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appliedVolts = m_driveSim.getMotorVoltage();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3. Feed it into the model, advance time by one tick (20 ms).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m_driveModel.setInputVoltage(appliedVolts);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m_driveModel.update(0.020);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4. Push the resulting motion BACK into the fake encoder.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m_driveSim.setRawRotorPosition(m_driveModel.getAngularPosition() / (2 * Math.PI));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m_driveSim.setRotorVelocity(m_driveModel.getAngularVelocity() / (2 * Math.PI));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THE PICTURE TO KEEP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out as voltage, motion back as sensor reads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setThrottle(0.3)  →  TalonFX applies volts  →  getMotorVoltage()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468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B9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                                                                 ↓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8803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setRawRotorPosition  ←  DCMotorSim computes motion (update)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42062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note: DCMotorSim reports radians and radians/sec, but setRawRotorPosition and setRotorVelocity want rotations. Skip the ÷ 2π and your plots lie by a factor of about 6.3.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sim-only sibling of robotPeriodic()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011680"/>
          </a:xfrm>
          <a:prstGeom prst="roundRect">
            <a:avLst>
              <a:gd name="adj" fmla="val 545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simulationPeriodic() {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module.simulatePeriodic();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10881360" cy="2743200"/>
          </a:xfrm>
          <a:prstGeom prst="roundRect">
            <a:avLst>
              <a:gd name="adj" fmla="val 333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3192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Called on the same schedule as robotPeriodic() — except only in simulation.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859020"/>
            <a:ext cx="10332720" cy="1267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 never runs, so nothing inside it can ever leak onto the field. As more mechanisms arrive, this is where each one's simulatePeriodic() gets called from — one obvious place.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 Lesson 3 promised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stick and watch the Lesson 3 plots.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898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898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825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 ramps up, then back to zero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209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real motor accelerating.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87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087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4014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 climbs while driving, holds when stopped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398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you can develop against with no hardware on the bench.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inertia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0.001 to 0.05. Does velocity reach full speed faster or slower? Explain why.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a step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driveAtSpeed(0.3) to 1.0 and watch the S-shaped velocity ramp.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applied volts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 inside simulatePeriodic() — a sim-only logTelemetry().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isn't magic — you model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state is the bridge; DCMotorSim is the physics; simulationPeriodic() is where you step it, one 20ms tick at a time.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Composition: objects built from objects, and a field-order rule — the dependency comes first.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command → voltage → model → fake encoder → your reads. Everything downstream can't tell sim from reality.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feedback controller — the single most important idea in robotics.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SIMULATION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 — Simulation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2026-08-22T16:50:39Z</dcterms:created>
  <dcterms:modified xsi:type="dcterms:W3CDTF">2026-08-22T16:50:39Z</dcterms:modified>
</cp:coreProperties>
</file>