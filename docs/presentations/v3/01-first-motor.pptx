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 a drive wheel with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 motor a name, and a job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mechanism that owns one TalonFX drive motor, and make it spin at a fixed speed while you hold a button.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created with new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— data a class holds onto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 — setup that runs once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private / public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List, asked for an item by number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library (Phoenix 6)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motor object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as the home for hardware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Scheduler, ticked every loop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ADD PHOENIX 6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 need their maker's code,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WPILib: Manage Vendor Libraries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WPILib icon in VS Code, or Ctrl+Shift+P and search for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Phoenix 6 in the list, and install it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CTRE ships TalonFX support this way — it's not part of WPILib itself.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Rebuild: ./gradlew build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file appears under vendordeps/ — GradleRIO finds it automatically.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51206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ships the core framework; hardware makers ship their own code separately so they can update on their own schedule. The vendordep file is just a JSON pointer telling Gradle where to fetch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OBJECTS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blueprint; an object is one built from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8379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20391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2402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92808"/>
            <a:ext cx="10195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TalonFX driveMotor = new TalonFX(1, CANBus.systemcore(0));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3383280"/>
            <a:ext cx="534924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65760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right to left.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35450"/>
            <a:ext cx="4800600" cy="1342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TalonFX(1, CANBus.systemcore(0)) builds the object for CAN ID 1, on SystemCore's first CAN bus. driveMotor is your handle to it from here on.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72200" y="3383280"/>
            <a:ext cx="5349240" cy="2468880"/>
          </a:xfrm>
          <a:prstGeom prst="roundRect">
            <a:avLst>
              <a:gd name="adj" fmla="val 3704"/>
            </a:avLst>
          </a:prstGeom>
          <a:solidFill>
            <a:srgbClr val="0B1F3A"/>
          </a:solidFill>
          <a:ln/>
        </p:spPr>
      </p:sp>
      <p:sp>
        <p:nvSpPr>
          <p:cNvPr id="15" name="Text 12"/>
          <p:cNvSpPr/>
          <p:nvPr/>
        </p:nvSpPr>
        <p:spPr>
          <a:xfrm>
            <a:off x="6446520" y="365760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blueprint, as many objects as you need.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446520" y="4584700"/>
            <a:ext cx="4800600" cy="993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TalonFX describes what any TalonFX can do. new TalonFX(...) builds one specific motor — the one bolted to CAN ID 1.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package, the imports, the field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56616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com.ctre.phoenix6.CANBus;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com.ctre.phoenix6.hardware.TalonFX;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org.wpilib.command3.Command;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org.wpilib.command3.Mechanism;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DriveModule extends Mechanism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 m_driveMotor =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TalonFX(1, CANBus.systemcore(0)); // CAN ID 1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Mechanism plugs this class into the scheduler. private hides the field from other classes; final means it always points at the same motor. m_ marks a field, by convention.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constructor, and the first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160520"/>
          </a:xfrm>
          <a:prstGeom prst="roundRect">
            <a:avLst>
              <a:gd name="adj" fmla="val 263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Setup that should happen when the module is created goes here.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Spins the drive motor at the given fraction of full power (-1.0 to 1.0). */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driveAtSpeed(double fraction)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m_driveMotor.setThrottle(fraction);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coroutine.park();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m_driveMotor.setThrottle(0))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At Speed");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WHAT THAT METHOD REALLY DOES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Calling it doesn't spin the motor — it returns a recipe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coroutine.park()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speed once, then tells the scheduler "hold here — keep this command alive until something cancels it." Exactly what "spin while held" needs.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581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.whenCanceled(...)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28600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 hold the last value you set. Nothing stops the wheel unless code commands 0 — so cleanup runs it back to zero the instant this command is canceled.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lives on Robot, not on an opmode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Robot extends OpModeRobot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CommandGamepad driverController = new CommandGamepad(0);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DriveModule module = new DriveModule();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10881360" cy="2514600"/>
          </a:xfrm>
          <a:prstGeom prst="roundRect">
            <a:avLst>
              <a:gd name="adj" fmla="val 363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0233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is built once and lasts the whole run. An opmode is rebuilt fresh every time you select 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950460"/>
            <a:ext cx="10332720" cy="1038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has to exist exactly once, same as Robot — so it (and the controller) live here, public, and every opmode just reaches in and uses them. Robot is the toolbox; opmodes are what you do with the tools.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THE SCHEDULER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Someone has to tick it,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642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3642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3642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robotPeriodic()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Scheduler.getDefault().run();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858000" y="1600200"/>
            <a:ext cx="46634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0" y="1874520"/>
            <a:ext cx="41148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extends Mechanism registered your module — it didn't make anything happen.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7132320" y="3103245"/>
            <a:ext cx="41148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.run() is the tick: check every trigger, hand out and step every command that should be running. Skip this and buttons sit there fully wired, doing nothing.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520440"/>
            <a:ext cx="603504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703320"/>
            <a:ext cx="5486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out: this scheduler doesn't check whether the robot is enabled. What actually stops a disabled robot is the TalonFX itself refusing to apply power — a hardware safety net, not a software one.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a button, drive a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MyTeleop(Robot robot)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this.robot = robot;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robot.driverController.southFace().whileTrue(robot.module.driveAtSpeed(0.3));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10881360" cy="2606040"/>
          </a:xfrm>
          <a:prstGeom prst="roundRect">
            <a:avLst>
              <a:gd name="adj" fmla="val 350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constructor, and not start()?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555490"/>
            <a:ext cx="10332720" cy="147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constructor runs once, the instant MyTeleop is built. start() runs on every re-enable — wire a button there and you'd register a fresh binding on top of the old one each time. Put wiring in the constructor and it's registered exactly once.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everybody misses the first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a controller into Joysticks slot 0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System Joysticks — a real controller, or Keyboard 0 if you don't have one plugged in.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721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648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Teleop, set Robot State to Enabled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032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Other Devices to watch the TalonFX.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700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the bottom face button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5084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jumps to 0.3, drops to 0 on release. On real hardware, the wheel spins.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o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ASK THE SCHEDULER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this mechanism doing right now?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logRunningCommand()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List&lt;Command&gt; running = Scheduler.getDefault().getRunningCommandsFor(module);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Command current = running.get(0);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SmartDashboard.putString("DriveModule/CurrentCommand", current.name());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977640"/>
            <a:ext cx="1088136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25196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getRunningCommandsFor(module) hands back a List&lt;Command&gt; — a numbered collection.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14400" y="5147310"/>
            <a:ext cx="1033272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.get(0) asks for entry zero — safe here because a mechanism can only ever have one command running on it. Read it after Scheduler.run(), never before, or the list is still empty.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reverse button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eastFace() drives at -0.3. Press both — the most-recently-scheduled command wins cleanly.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CAN ID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Rebuild. Nothing breaks in sim, but get in the habit of setting IDs deliberately.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ID into a constant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Constants.java with DriveConstants.kDriveMotorPort — this is where robot numbers should live.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constant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it as Constants.DriveConstants.kDriveMotorPort in the subsystem instead of a bare number.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object, one job, one safe way to control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is a live instance of a class, made with new.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class's anatomy: package, imports, fields, constructor, methods.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factory methods return commands; motors hold their last value, so a stop needs an explicit .whenCanceled(...).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lives on Robot, which is built once — not on an opmode, which is rebuilt every time it's selected.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fixed-speed button with smooth, proportional control from a joystick axis.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FIRST MOTOR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— Your First Motor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2026-08-22T16:08:43Z</dcterms:created>
  <dcterms:modified xsi:type="dcterms:W3CDTF">2026-08-22T16:08:43Z</dcterms:modified>
</cp:coreProperties>
</file>