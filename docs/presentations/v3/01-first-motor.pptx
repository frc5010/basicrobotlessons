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Spin a drive wheel with a button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a motor a name, and a job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mechanism that owns one TalonFX drive motor, and make it spin at a fixed speed while you hold a button.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Objects, created with new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— data a class holds onto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Constructors — setup that runs once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import, private / public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List, asked for an item by number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 library (Phoenix 6)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TalonFX motor object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factory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as the home for hardware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Scheduler, ticked every loop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ADD PHOENIX 6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Motors need their maker's code, too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WPILib: Manage Vendor Libraries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WPILib icon in VS Code, or Ctrl+Shift+P and search for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96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Phoenix 6 in the list, and install it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80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CTRE ships TalonFX support this way — it's not part of WPILib itself.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630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557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Rebuild: ./gradlew build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941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file appears under vendordeps/ — GradleRIO finds it automatically.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61772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68680" y="484632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ships the core framework; hardware makers ship their own code separately so they can update on their own schedule. The vendordep file is just a JSON pointer telling Gradle where to fetch it.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OBJECTS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blueprint; an object is one built from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8379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20391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2402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196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just an example, not code for any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14884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TalonFX driveMotor = new TalonFX(1, CANBus.systemcore(0));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40080" y="3383280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65760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right to left.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235450"/>
            <a:ext cx="4800600" cy="161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TalonFX(1, CANBus.systemcore(0)) builds the object for CAN ID 1, on SystemCore's first CAN bus. driveMotor is your handle to it from here on.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172200" y="3383280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365760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blueprint, as many objects as you need.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446520" y="4584700"/>
            <a:ext cx="4800600" cy="1267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TalonFX describes what any TalonFX can do — new TalonFX(...) builds the one specific motor bolted to CAN ID 1.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file before you type anything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Right-click robot, under src/main/java/first/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VS Code's Explorer panel, on the left.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761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688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new folder: subsystems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072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this course builds will live inside it.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813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739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subsystems, add a new file: DriveModule.java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123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Right-click subsystems, then New File.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89204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folder matters — Lesson 0's rule was that the package line at the top of a file has to match its folder path, and the line you're about to type declares this file lives in subsystems.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package, the imports, the field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DriveModule.java with this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first.robot.subsystems;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com.ctre.phoenix6.CANBus;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com.ctre.phoenix6.hardware.TalonFX;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org.wpilib.command3.Command;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org.wpilib.command3.Mechanism;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DriveModule extends Mechanism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TalonFX m_driveMotor 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TalonFX(1, CANBus.systemcore(0)); // CAN ID 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Mechanism plugs this class into the scheduler. private hides the field from other classes; final means it always points at the same motor. m_ marks a field, by convention.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constructor, and the first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4023360"/>
          </a:xfrm>
          <a:prstGeom prst="roundRect">
            <a:avLst>
              <a:gd name="adj" fmla="val 272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below the field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Setup that should happen when the module is created goes here.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Spins the drive motor at the given fraction of full power (-1.0 to 1.0).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driveAtSpeed(double fraction)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run(coroutine -&gt;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m_driveMotor.setThrottle(fraction);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coroutine.park();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m_driveMotor.setThrottle(0))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At Speed");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WHAT THAT METHOD REALLY DOES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Calling it doesn't spin the motor — it returns a recipe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581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coroutine.park()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2860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speed once, then tells the scheduler "hold here — keep this command alive until something cancels it." Exactly what "spin while held" needs.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581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.whenCanceled(...)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2860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 hold the last value you set. Nothing stops the wheel unless code commands 0 — so cleanup runs it back to zero the instant this command is canceled.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lives on Robot, not on an opmode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alongside the existing content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Robot extends OpModeRobot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final CommandGamepad driverController = new CommandGamepad(0);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final DriveModule module = new DriveModule();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2606040"/>
          </a:xfrm>
          <a:prstGeom prst="roundRect">
            <a:avLst>
              <a:gd name="adj" fmla="val 3509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233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 is built once and lasts the whole run. An opmode is rebuilt fresh every time you select it.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950460"/>
            <a:ext cx="10332720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motor has to exist exactly once, same as Robot — so it (and the controller) live here, public, and every opmode just reaches in and uses them. Robot is the toolbox; opmodes are what you do with the tools.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Someone has to tick the scheduler, every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035040" cy="21945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3642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3642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3642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below the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534924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robotPeriodic()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Scheduler.getDefault().run();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858000" y="1600200"/>
            <a:ext cx="46634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0" y="1874520"/>
            <a:ext cx="41148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extends Mechanism registered your module — it didn't make anything happen.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132320" y="3103245"/>
            <a:ext cx="41148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.run() is the tick: check every trigger, hand out and step every command that should be running. Skip this and buttons sit there fully wired, doing nothing.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40080" y="3977640"/>
            <a:ext cx="6035040" cy="1965960"/>
          </a:xfrm>
          <a:prstGeom prst="roundRect">
            <a:avLst>
              <a:gd name="adj" fmla="val 4651"/>
            </a:avLst>
          </a:prstGeom>
          <a:solidFill>
            <a:srgbClr val="F3F6FA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4114800"/>
            <a:ext cx="5486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out: this scheduler doesn't check whether the robot is enabled. What actually stops a disabled robot is the TalonFX itself refusing to apply power — a hardware safety net, not a software one.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a button, drive a motor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MyTeleop's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MyTeleop(Robot robot)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this.robot = robot;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robot.driverController.southFace().whileTrue(robot.module.driveAtSpeed(0.3));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690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constructor, and not start()?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646930"/>
            <a:ext cx="10332720" cy="1250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constructor runs once, the instant MyTeleop is built. start() runs on every re-enable, so wiring there would register a fresh binding each time. The constructor registers it exactly once.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 everybody misses the first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the simulator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96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a controller into Joysticks slot 0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80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System Joysticks — a real controller, or Keyboard 0 if you don't have one plugged in.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72160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721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64845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Teleop, set Robot State to Enabled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0325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Other Devices to watch the TalonFX.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773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773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700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the bottom face button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5084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jumps to 0.3, drops to 0 on release. On real hardware, the wheel spins.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o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this mechanism doing right now?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1945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below robotPeriodic()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logRunningCommand()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List&lt;Command&gt; running = Scheduler.getDefault().getRunningCommandsFor(module);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 current = running.get(0);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SmartDashboard.putString("DriveModule/CurrentCommand", current.name());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84048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11480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getRunningCommandsFor(module) returns a List&lt;Command&gt;.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676775"/>
            <a:ext cx="10332720" cy="1358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.get(0) asks for entry zero — safe here because a mechanism can only ever have one command running on it. Read it after Scheduler.run(), never before, or the list is still empty.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reverse button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eastFace() drives at -0.3. Press both — the most-recently-scheduled command wins cleanly.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CAN ID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Rebuild. Nothing breaks in sim, but get in the habit of setting IDs deliberately.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ID into a constant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Constants.java with DriveConstants.kDriveMotorPort — this is where robot numbers should live.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constant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it as Constants.DriveConstants.kDriveMotorPort in the subsystem instead of a bare number.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object, one job, one safe way to control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is a live instance of a class, made with new.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class's anatomy: package, imports, fields, constructor, methods.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factory methods return commands; motors hold their last value, so a stop needs an explicit .whenCanceled(...).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lives on Robot, which is built once — not on an opmode, which is rebuilt every time it's selected.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2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Joystick Control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fixed-speed button with smooth, proportional control from a joystick axis.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— Your First Motor</dc:title>
  <dc:subject>PptxGenJS Presentation</dc:subject>
  <dc:creator>Learn Java + Robot Programming</dc:creator>
  <cp:lastModifiedBy>Learn Java + Robot Programming</cp:lastModifiedBy>
  <cp:revision>1</cp:revision>
  <dcterms:created xsi:type="dcterms:W3CDTF">2026-08-23T17:40:37Z</dcterms:created>
  <dcterms:modified xsi:type="dcterms:W3CDTF">2026-08-23T17:40:37Z</dcterms:modified>
</cp:coreProperties>
</file>