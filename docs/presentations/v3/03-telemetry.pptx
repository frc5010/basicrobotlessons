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position and velocity, live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motor talk back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drive motor's built-in sensor, log its position and velocity, and watch them plotted live as you drive.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that return values you act 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calls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references (this::logTelemetry)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pattern matching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TalonFX integrated encoder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with SmartDashboard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in AdvantageScope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Reacting to scheduler events, not polling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ENCODER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dots, three method calls, one chain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011680"/>
          </a:xfrm>
          <a:prstGeom prst="roundRect">
            <a:avLst>
              <a:gd name="adj" fmla="val 545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how you'll read them, in section 4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rotations = m_driveMotor.getPosition().getValue().in(Rotations);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rps       = m_driveMotor.getVelocity().getValue().in(RotationsPerSecond);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240280"/>
          </a:xfrm>
          <a:prstGeom prst="roundRect">
            <a:avLst>
              <a:gd name="adj" fmla="val 408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233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getPosition() returns a signal object, not a plain number.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601210"/>
            <a:ext cx="10332720" cy="1113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.getValue() reads a measurement that remembers its own unit; .in(Rotations) says which unit you want it as. Whatever a method returns, you can call methods on it immediately — that's chaining.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roadcasttow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TELEMETRY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name is the address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just the general shape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SmartDashboard.putNumber("DriveModule/PositionRotations", rotations);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291840"/>
            <a:ext cx="10881360" cy="2880360"/>
          </a:xfrm>
          <a:prstGeom prst="roundRect">
            <a:avLst>
              <a:gd name="adj" fmla="val 317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5661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value goes under an organized name, one branch per mechanism.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144010"/>
            <a:ext cx="10332720" cy="1753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values from now, you can still find the one you want. Names carry their units too — PositionRotations, not Position — so nobody has to guess what a number means later.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published value, saved automatically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45920"/>
          </a:xfrm>
          <a:prstGeom prst="roundRect">
            <a:avLst>
              <a:gd name="adj" fmla="val 666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Robot.java's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 // saves every published value to a .wpilog file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566160"/>
            <a:ext cx="10881360" cy="2606040"/>
          </a:xfrm>
          <a:prstGeom prst="roundRect">
            <a:avLst>
              <a:gd name="adj" fmla="val 3509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4048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logger runs before anything else is set up — top of the constructor.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767580"/>
            <a:ext cx="10332720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the file lands on SystemCore; in sim it lands in a logs/ folder in your project. A session you can scrub through later is how you answer "what just happened?" without making it happen again.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standing callback, not a one-off poll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383280"/>
          </a:xfrm>
          <a:prstGeom prst="roundRect">
            <a:avLst>
              <a:gd name="adj" fmla="val 3243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DriveModule's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Scheduler.getDefault().addPeriodic(this::logTelemetry);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logTelemetry()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rotations = m_driveMotor.getPosition().getValue().in(Rotations);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rps = m_driveMotor.getVelocity().getValue().in(RotationsPerSecond);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SmartDashboard.putNumber("DriveModule/PositionRotations", rotations);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SmartDashboard.putNumber("DriveModule/VelocityRotPerSec", rps);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51663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this::logTelemetry is a method reference — shorthand for () -&gt; this.logTelemetry(). addPeriodic runs it every tick, forever, with no command required.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ADVANTAGESCOPE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plotted, live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→ Connect to Simulator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it's Connect to Robot, with your team number.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41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NetworkTables → SmartDashboard → DriveModule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2549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folder tree, with both values ticking.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10712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10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375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VelocityRotPerSec onto the Line Graph tab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216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plot appears.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06824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336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PositionRotations on too, right axis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177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signals, one time axis.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02936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2978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Drive, and watch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13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traces sit nearly flat — nothing's actually spinning yet. Lesson 4 fixes that.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Told, not asked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560320"/>
          </a:xfrm>
          <a:prstGeom prst="roundRect">
            <a:avLst>
              <a:gd name="adj" fmla="val 428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Robot: add the listener, then replace logRunningCommand()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Scheduler.getDefault().addEventListener(this::logCommandStart);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logCommandStart(SchedulerEvent event)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 instanceof SchedulerEvent.Scheduled scheduled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scheduled.command().requires(module))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SmartDashboard.putString("DriveModule/CurrentCommand", scheduled.command().name());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297680"/>
            <a:ext cx="1088136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572000"/>
            <a:ext cx="1033272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this a Scheduled event? Type it as one.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14400" y="5118100"/>
            <a:ext cx="10332720" cy="1008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specific kind has .command() on it. The old version polled and got lucky every time; this one can't get unlucky — it isn't asking, it's told.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commanded speed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driveWithJoystick's loop, log CommandedOutput right where it's computed.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getPositionRotations()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 method returning position as a double — safe to share, unlike a command.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Rename a dashboard key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"DriveModule/" for "Elevator/", rebuild, and watch a new folder appear in the tree.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when a command completes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SchedulerEvent.Completed and write LastCompletedCommand.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Asking instead of telling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split into actions (setThrottle) and questions (getPosition) — chain a question's return value straight into the next call.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SmartDashboard.putNumber("Mechanism/Name", value) with DataLogManager recording started, is this course's whole telemetry story.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listener reacting to a SchedulerEvent can't get unlucky the way a poll can — it's told the instant something happens.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4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simulated motor a physics model, so the plots actually respond.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 — Telemetry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2026-08-23T17:40:38Z</dcterms:created>
  <dcterms:modified xsi:type="dcterms:W3CDTF">2026-08-23T17:40:38Z</dcterms:modified>
</cp:coreProperties>
</file>